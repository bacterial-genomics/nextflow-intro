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4"/>
  </p:notesMasterIdLst>
  <p:handoutMasterIdLst>
    <p:handoutMasterId r:id="rId45"/>
  </p:handout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B0CFAD0-2D25-473A-8E80-806B3F00C6BD}" v="142" dt="2025-12-29T19:08:13.12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87037" autoAdjust="0"/>
  </p:normalViewPr>
  <p:slideViewPr>
    <p:cSldViewPr snapToGrid="0">
      <p:cViewPr varScale="1">
        <p:scale>
          <a:sx n="52" d="100"/>
          <a:sy n="52" d="100"/>
        </p:scale>
        <p:origin x="1160" y="44"/>
      </p:cViewPr>
      <p:guideLst/>
    </p:cSldViewPr>
  </p:slideViewPr>
  <p:notesTextViewPr>
    <p:cViewPr>
      <p:scale>
        <a:sx n="1" d="1"/>
        <a:sy n="1" d="1"/>
      </p:scale>
      <p:origin x="0" y="0"/>
    </p:cViewPr>
  </p:notesTextViewPr>
  <p:notesViewPr>
    <p:cSldViewPr snapToGrid="0">
      <p:cViewPr varScale="1">
        <p:scale>
          <a:sx n="45" d="100"/>
          <a:sy n="45" d="100"/>
        </p:scale>
        <p:origin x="2760" y="68"/>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viewProps" Target="viewProps.xml"/><Relationship Id="rId50" Type="http://schemas.microsoft.com/office/2016/11/relationships/changesInfo" Target="changesInfos/changesInfo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handoutMaster" Target="handoutMasters/handout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heme" Target="theme/theme1.xml"/><Relationship Id="rId8" Type="http://schemas.openxmlformats.org/officeDocument/2006/relationships/slide" Target="slides/slide7.xml"/><Relationship Id="rId51" Type="http://schemas.microsoft.com/office/2015/10/relationships/revisionInfo" Target="revisionInfo.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Gulvik, Christopher (CDC/NCEZID/DHCPP/BSPB)" userId="1e17a259-098e-4b6c-aed1-09b9290c5525" providerId="ADAL" clId="{271827B2-C3AD-4860-961A-B54835A9F77B}"/>
    <pc:docChg chg="undo redo custSel addSld modSld modShowInfo">
      <pc:chgData name="Gulvik, Christopher (CDC/NCEZID/DHCPP/BSPB)" userId="1e17a259-098e-4b6c-aed1-09b9290c5525" providerId="ADAL" clId="{271827B2-C3AD-4860-961A-B54835A9F77B}" dt="2025-12-29T19:06:45.510" v="1541" actId="6549"/>
      <pc:docMkLst>
        <pc:docMk/>
      </pc:docMkLst>
      <pc:sldChg chg="delSp modSp mod">
        <pc:chgData name="Gulvik, Christopher (CDC/NCEZID/DHCPP/BSPB)" userId="1e17a259-098e-4b6c-aed1-09b9290c5525" providerId="ADAL" clId="{271827B2-C3AD-4860-961A-B54835A9F77B}" dt="2025-12-29T19:06:07.484" v="1540" actId="478"/>
        <pc:sldMkLst>
          <pc:docMk/>
          <pc:sldMk cId="539686290" sldId="256"/>
        </pc:sldMkLst>
        <pc:spChg chg="mod">
          <ac:chgData name="Gulvik, Christopher (CDC/NCEZID/DHCPP/BSPB)" userId="1e17a259-098e-4b6c-aed1-09b9290c5525" providerId="ADAL" clId="{271827B2-C3AD-4860-961A-B54835A9F77B}" dt="2025-12-29T19:05:26.447" v="1539" actId="20577"/>
          <ac:spMkLst>
            <pc:docMk/>
            <pc:sldMk cId="539686290" sldId="256"/>
            <ac:spMk id="2" creationId="{91310631-4954-CC0B-52CA-71F9E05D41F9}"/>
          </ac:spMkLst>
        </pc:spChg>
        <pc:spChg chg="del">
          <ac:chgData name="Gulvik, Christopher (CDC/NCEZID/DHCPP/BSPB)" userId="1e17a259-098e-4b6c-aed1-09b9290c5525" providerId="ADAL" clId="{271827B2-C3AD-4860-961A-B54835A9F77B}" dt="2025-12-29T19:06:07.484" v="1540" actId="478"/>
          <ac:spMkLst>
            <pc:docMk/>
            <pc:sldMk cId="539686290" sldId="256"/>
            <ac:spMk id="4" creationId="{37366C93-FD60-39C4-6C62-0E23818006FA}"/>
          </ac:spMkLst>
        </pc:spChg>
      </pc:sldChg>
      <pc:sldChg chg="modSp mod">
        <pc:chgData name="Gulvik, Christopher (CDC/NCEZID/DHCPP/BSPB)" userId="1e17a259-098e-4b6c-aed1-09b9290c5525" providerId="ADAL" clId="{271827B2-C3AD-4860-961A-B54835A9F77B}" dt="2025-12-29T14:12:25.822" v="1300" actId="27636"/>
        <pc:sldMkLst>
          <pc:docMk/>
          <pc:sldMk cId="961301175" sldId="257"/>
        </pc:sldMkLst>
        <pc:spChg chg="mod">
          <ac:chgData name="Gulvik, Christopher (CDC/NCEZID/DHCPP/BSPB)" userId="1e17a259-098e-4b6c-aed1-09b9290c5525" providerId="ADAL" clId="{271827B2-C3AD-4860-961A-B54835A9F77B}" dt="2025-12-15T13:28:25.966" v="22" actId="20577"/>
          <ac:spMkLst>
            <pc:docMk/>
            <pc:sldMk cId="961301175" sldId="257"/>
            <ac:spMk id="2" creationId="{4372E26C-84C5-B1A6-F265-5CFF8B5B0FFF}"/>
          </ac:spMkLst>
        </pc:spChg>
        <pc:spChg chg="mod">
          <ac:chgData name="Gulvik, Christopher (CDC/NCEZID/DHCPP/BSPB)" userId="1e17a259-098e-4b6c-aed1-09b9290c5525" providerId="ADAL" clId="{271827B2-C3AD-4860-961A-B54835A9F77B}" dt="2025-12-29T14:12:25.822" v="1300" actId="27636"/>
          <ac:spMkLst>
            <pc:docMk/>
            <pc:sldMk cId="961301175" sldId="257"/>
            <ac:spMk id="3" creationId="{833C4151-E4BD-110B-020F-FB78ED7C83D1}"/>
          </ac:spMkLst>
        </pc:spChg>
      </pc:sldChg>
      <pc:sldChg chg="modSp new mod">
        <pc:chgData name="Gulvik, Christopher (CDC/NCEZID/DHCPP/BSPB)" userId="1e17a259-098e-4b6c-aed1-09b9290c5525" providerId="ADAL" clId="{271827B2-C3AD-4860-961A-B54835A9F77B}" dt="2025-12-15T13:29:19.065" v="41" actId="20577"/>
        <pc:sldMkLst>
          <pc:docMk/>
          <pc:sldMk cId="1212295730" sldId="258"/>
        </pc:sldMkLst>
        <pc:spChg chg="mod">
          <ac:chgData name="Gulvik, Christopher (CDC/NCEZID/DHCPP/BSPB)" userId="1e17a259-098e-4b6c-aed1-09b9290c5525" providerId="ADAL" clId="{271827B2-C3AD-4860-961A-B54835A9F77B}" dt="2025-12-15T13:29:05.177" v="27" actId="113"/>
          <ac:spMkLst>
            <pc:docMk/>
            <pc:sldMk cId="1212295730" sldId="258"/>
            <ac:spMk id="2" creationId="{AC33D803-1B9F-2B66-27DE-0398EA85AFD0}"/>
          </ac:spMkLst>
        </pc:spChg>
        <pc:spChg chg="mod">
          <ac:chgData name="Gulvik, Christopher (CDC/NCEZID/DHCPP/BSPB)" userId="1e17a259-098e-4b6c-aed1-09b9290c5525" providerId="ADAL" clId="{271827B2-C3AD-4860-961A-B54835A9F77B}" dt="2025-12-15T13:29:19.065" v="41" actId="20577"/>
          <ac:spMkLst>
            <pc:docMk/>
            <pc:sldMk cId="1212295730" sldId="258"/>
            <ac:spMk id="3" creationId="{62AEA24F-DA69-5D75-60BF-C7766A5E1BEC}"/>
          </ac:spMkLst>
        </pc:spChg>
      </pc:sldChg>
      <pc:sldChg chg="addSp modSp new mod">
        <pc:chgData name="Gulvik, Christopher (CDC/NCEZID/DHCPP/BSPB)" userId="1e17a259-098e-4b6c-aed1-09b9290c5525" providerId="ADAL" clId="{271827B2-C3AD-4860-961A-B54835A9F77B}" dt="2025-12-15T13:35:22.259" v="198" actId="20577"/>
        <pc:sldMkLst>
          <pc:docMk/>
          <pc:sldMk cId="3271704834" sldId="259"/>
        </pc:sldMkLst>
        <pc:spChg chg="mod">
          <ac:chgData name="Gulvik, Christopher (CDC/NCEZID/DHCPP/BSPB)" userId="1e17a259-098e-4b6c-aed1-09b9290c5525" providerId="ADAL" clId="{271827B2-C3AD-4860-961A-B54835A9F77B}" dt="2025-12-15T13:29:40.396" v="45" actId="113"/>
          <ac:spMkLst>
            <pc:docMk/>
            <pc:sldMk cId="3271704834" sldId="259"/>
            <ac:spMk id="2" creationId="{34B6014C-D61B-FE54-CB5F-31CBB1C4A818}"/>
          </ac:spMkLst>
        </pc:spChg>
        <pc:spChg chg="mod">
          <ac:chgData name="Gulvik, Christopher (CDC/NCEZID/DHCPP/BSPB)" userId="1e17a259-098e-4b6c-aed1-09b9290c5525" providerId="ADAL" clId="{271827B2-C3AD-4860-961A-B54835A9F77B}" dt="2025-12-15T13:35:22.259" v="198" actId="20577"/>
          <ac:spMkLst>
            <pc:docMk/>
            <pc:sldMk cId="3271704834" sldId="259"/>
            <ac:spMk id="3" creationId="{1B8CC92A-1DF5-C147-5623-FB1A5BFF415A}"/>
          </ac:spMkLst>
        </pc:spChg>
        <pc:picChg chg="add mod">
          <ac:chgData name="Gulvik, Christopher (CDC/NCEZID/DHCPP/BSPB)" userId="1e17a259-098e-4b6c-aed1-09b9290c5525" providerId="ADAL" clId="{271827B2-C3AD-4860-961A-B54835A9F77B}" dt="2025-12-15T13:32:37.208" v="69" actId="962"/>
          <ac:picMkLst>
            <pc:docMk/>
            <pc:sldMk cId="3271704834" sldId="259"/>
            <ac:picMk id="5" creationId="{C0CEC2D2-61DA-6ED8-682E-690AE6F0619F}"/>
          </ac:picMkLst>
        </pc:picChg>
      </pc:sldChg>
      <pc:sldChg chg="modSp new mod">
        <pc:chgData name="Gulvik, Christopher (CDC/NCEZID/DHCPP/BSPB)" userId="1e17a259-098e-4b6c-aed1-09b9290c5525" providerId="ADAL" clId="{271827B2-C3AD-4860-961A-B54835A9F77B}" dt="2025-12-15T13:33:28.936" v="81" actId="27636"/>
        <pc:sldMkLst>
          <pc:docMk/>
          <pc:sldMk cId="1770732904" sldId="260"/>
        </pc:sldMkLst>
        <pc:spChg chg="mod">
          <ac:chgData name="Gulvik, Christopher (CDC/NCEZID/DHCPP/BSPB)" userId="1e17a259-098e-4b6c-aed1-09b9290c5525" providerId="ADAL" clId="{271827B2-C3AD-4860-961A-B54835A9F77B}" dt="2025-12-15T13:32:55.364" v="73" actId="113"/>
          <ac:spMkLst>
            <pc:docMk/>
            <pc:sldMk cId="1770732904" sldId="260"/>
            <ac:spMk id="2" creationId="{3C82E537-D181-3504-F45D-433CAD6205BB}"/>
          </ac:spMkLst>
        </pc:spChg>
        <pc:spChg chg="mod">
          <ac:chgData name="Gulvik, Christopher (CDC/NCEZID/DHCPP/BSPB)" userId="1e17a259-098e-4b6c-aed1-09b9290c5525" providerId="ADAL" clId="{271827B2-C3AD-4860-961A-B54835A9F77B}" dt="2025-12-15T13:33:28.936" v="81" actId="27636"/>
          <ac:spMkLst>
            <pc:docMk/>
            <pc:sldMk cId="1770732904" sldId="260"/>
            <ac:spMk id="3" creationId="{67DFD60D-E3B3-9C1B-91FD-E1EE3B8C5C45}"/>
          </ac:spMkLst>
        </pc:spChg>
      </pc:sldChg>
      <pc:sldChg chg="addSp delSp modSp new mod">
        <pc:chgData name="Gulvik, Christopher (CDC/NCEZID/DHCPP/BSPB)" userId="1e17a259-098e-4b6c-aed1-09b9290c5525" providerId="ADAL" clId="{271827B2-C3AD-4860-961A-B54835A9F77B}" dt="2025-12-15T13:34:26.347" v="95" actId="114"/>
        <pc:sldMkLst>
          <pc:docMk/>
          <pc:sldMk cId="236979057" sldId="261"/>
        </pc:sldMkLst>
        <pc:spChg chg="mod">
          <ac:chgData name="Gulvik, Christopher (CDC/NCEZID/DHCPP/BSPB)" userId="1e17a259-098e-4b6c-aed1-09b9290c5525" providerId="ADAL" clId="{271827B2-C3AD-4860-961A-B54835A9F77B}" dt="2025-12-15T13:33:38.894" v="83"/>
          <ac:spMkLst>
            <pc:docMk/>
            <pc:sldMk cId="236979057" sldId="261"/>
            <ac:spMk id="2" creationId="{743C76CE-C027-429B-EAB2-B9D0D5D9C7B3}"/>
          </ac:spMkLst>
        </pc:spChg>
        <pc:spChg chg="add mod">
          <ac:chgData name="Gulvik, Christopher (CDC/NCEZID/DHCPP/BSPB)" userId="1e17a259-098e-4b6c-aed1-09b9290c5525" providerId="ADAL" clId="{271827B2-C3AD-4860-961A-B54835A9F77B}" dt="2025-12-15T13:34:26.347" v="95" actId="114"/>
          <ac:spMkLst>
            <pc:docMk/>
            <pc:sldMk cId="236979057" sldId="261"/>
            <ac:spMk id="7" creationId="{9B983E90-2801-01B9-88C0-6FE78F7EFCE0}"/>
          </ac:spMkLst>
        </pc:spChg>
        <pc:picChg chg="add mod">
          <ac:chgData name="Gulvik, Christopher (CDC/NCEZID/DHCPP/BSPB)" userId="1e17a259-098e-4b6c-aed1-09b9290c5525" providerId="ADAL" clId="{271827B2-C3AD-4860-961A-B54835A9F77B}" dt="2025-12-15T13:34:11.130" v="92" actId="1076"/>
          <ac:picMkLst>
            <pc:docMk/>
            <pc:sldMk cId="236979057" sldId="261"/>
            <ac:picMk id="5" creationId="{E96004F3-879D-BD52-4FF1-D0F3BAA2EE40}"/>
          </ac:picMkLst>
        </pc:picChg>
      </pc:sldChg>
      <pc:sldChg chg="modSp new mod">
        <pc:chgData name="Gulvik, Christopher (CDC/NCEZID/DHCPP/BSPB)" userId="1e17a259-098e-4b6c-aed1-09b9290c5525" providerId="ADAL" clId="{271827B2-C3AD-4860-961A-B54835A9F77B}" dt="2025-12-15T13:37:06.758" v="213" actId="113"/>
        <pc:sldMkLst>
          <pc:docMk/>
          <pc:sldMk cId="3921267325" sldId="262"/>
        </pc:sldMkLst>
        <pc:spChg chg="mod">
          <ac:chgData name="Gulvik, Christopher (CDC/NCEZID/DHCPP/BSPB)" userId="1e17a259-098e-4b6c-aed1-09b9290c5525" providerId="ADAL" clId="{271827B2-C3AD-4860-961A-B54835A9F77B}" dt="2025-12-15T13:36:23.889" v="201" actId="113"/>
          <ac:spMkLst>
            <pc:docMk/>
            <pc:sldMk cId="3921267325" sldId="262"/>
            <ac:spMk id="2" creationId="{26274944-438A-55A7-B848-2436CA515348}"/>
          </ac:spMkLst>
        </pc:spChg>
        <pc:spChg chg="mod">
          <ac:chgData name="Gulvik, Christopher (CDC/NCEZID/DHCPP/BSPB)" userId="1e17a259-098e-4b6c-aed1-09b9290c5525" providerId="ADAL" clId="{271827B2-C3AD-4860-961A-B54835A9F77B}" dt="2025-12-15T13:37:06.758" v="213" actId="113"/>
          <ac:spMkLst>
            <pc:docMk/>
            <pc:sldMk cId="3921267325" sldId="262"/>
            <ac:spMk id="3" creationId="{AA6F4EB1-25D6-A4DF-D423-183672851419}"/>
          </ac:spMkLst>
        </pc:spChg>
      </pc:sldChg>
      <pc:sldChg chg="addSp delSp modSp new mod">
        <pc:chgData name="Gulvik, Christopher (CDC/NCEZID/DHCPP/BSPB)" userId="1e17a259-098e-4b6c-aed1-09b9290c5525" providerId="ADAL" clId="{271827B2-C3AD-4860-961A-B54835A9F77B}" dt="2025-12-15T13:37:31.780" v="223" actId="962"/>
        <pc:sldMkLst>
          <pc:docMk/>
          <pc:sldMk cId="197137644" sldId="263"/>
        </pc:sldMkLst>
        <pc:spChg chg="mod">
          <ac:chgData name="Gulvik, Christopher (CDC/NCEZID/DHCPP/BSPB)" userId="1e17a259-098e-4b6c-aed1-09b9290c5525" providerId="ADAL" clId="{271827B2-C3AD-4860-961A-B54835A9F77B}" dt="2025-12-15T13:37:13.404" v="215"/>
          <ac:spMkLst>
            <pc:docMk/>
            <pc:sldMk cId="197137644" sldId="263"/>
            <ac:spMk id="2" creationId="{C15AE01F-07D3-888B-D278-A29E823CBC7C}"/>
          </ac:spMkLst>
        </pc:spChg>
        <pc:picChg chg="add mod">
          <ac:chgData name="Gulvik, Christopher (CDC/NCEZID/DHCPP/BSPB)" userId="1e17a259-098e-4b6c-aed1-09b9290c5525" providerId="ADAL" clId="{271827B2-C3AD-4860-961A-B54835A9F77B}" dt="2025-12-15T13:37:31.780" v="223" actId="962"/>
          <ac:picMkLst>
            <pc:docMk/>
            <pc:sldMk cId="197137644" sldId="263"/>
            <ac:picMk id="5" creationId="{ED899D3F-DF24-952F-17A2-4C82623DC5CD}"/>
          </ac:picMkLst>
        </pc:picChg>
      </pc:sldChg>
      <pc:sldChg chg="addSp modSp new mod">
        <pc:chgData name="Gulvik, Christopher (CDC/NCEZID/DHCPP/BSPB)" userId="1e17a259-098e-4b6c-aed1-09b9290c5525" providerId="ADAL" clId="{271827B2-C3AD-4860-961A-B54835A9F77B}" dt="2025-12-15T13:41:29.236" v="258" actId="15"/>
        <pc:sldMkLst>
          <pc:docMk/>
          <pc:sldMk cId="3984161074" sldId="264"/>
        </pc:sldMkLst>
        <pc:spChg chg="mod">
          <ac:chgData name="Gulvik, Christopher (CDC/NCEZID/DHCPP/BSPB)" userId="1e17a259-098e-4b6c-aed1-09b9290c5525" providerId="ADAL" clId="{271827B2-C3AD-4860-961A-B54835A9F77B}" dt="2025-12-15T13:38:09.047" v="227" actId="113"/>
          <ac:spMkLst>
            <pc:docMk/>
            <pc:sldMk cId="3984161074" sldId="264"/>
            <ac:spMk id="2" creationId="{8F39345C-7A2A-5DDB-D2AE-B6B02DD2A1AB}"/>
          </ac:spMkLst>
        </pc:spChg>
        <pc:spChg chg="mod">
          <ac:chgData name="Gulvik, Christopher (CDC/NCEZID/DHCPP/BSPB)" userId="1e17a259-098e-4b6c-aed1-09b9290c5525" providerId="ADAL" clId="{271827B2-C3AD-4860-961A-B54835A9F77B}" dt="2025-12-15T13:41:29.236" v="258" actId="15"/>
          <ac:spMkLst>
            <pc:docMk/>
            <pc:sldMk cId="3984161074" sldId="264"/>
            <ac:spMk id="3" creationId="{0EA70B71-9C72-670C-8768-176DA0B7D0E3}"/>
          </ac:spMkLst>
        </pc:spChg>
        <pc:picChg chg="add mod ord">
          <ac:chgData name="Gulvik, Christopher (CDC/NCEZID/DHCPP/BSPB)" userId="1e17a259-098e-4b6c-aed1-09b9290c5525" providerId="ADAL" clId="{271827B2-C3AD-4860-961A-B54835A9F77B}" dt="2025-12-15T13:39:58.142" v="244" actId="167"/>
          <ac:picMkLst>
            <pc:docMk/>
            <pc:sldMk cId="3984161074" sldId="264"/>
            <ac:picMk id="5" creationId="{722B7CEC-6CF6-ADA9-3FE9-35D5F5D7E3A4}"/>
          </ac:picMkLst>
        </pc:picChg>
      </pc:sldChg>
      <pc:sldChg chg="addSp delSp modSp new mod">
        <pc:chgData name="Gulvik, Christopher (CDC/NCEZID/DHCPP/BSPB)" userId="1e17a259-098e-4b6c-aed1-09b9290c5525" providerId="ADAL" clId="{271827B2-C3AD-4860-961A-B54835A9F77B}" dt="2025-12-29T18:56:46.692" v="1378" actId="1076"/>
        <pc:sldMkLst>
          <pc:docMk/>
          <pc:sldMk cId="3310172435" sldId="265"/>
        </pc:sldMkLst>
        <pc:spChg chg="mod">
          <ac:chgData name="Gulvik, Christopher (CDC/NCEZID/DHCPP/BSPB)" userId="1e17a259-098e-4b6c-aed1-09b9290c5525" providerId="ADAL" clId="{271827B2-C3AD-4860-961A-B54835A9F77B}" dt="2025-12-15T13:46:34.230" v="262" actId="113"/>
          <ac:spMkLst>
            <pc:docMk/>
            <pc:sldMk cId="3310172435" sldId="265"/>
            <ac:spMk id="2" creationId="{97F41296-E629-4BB5-6F97-B433261433AA}"/>
          </ac:spMkLst>
        </pc:spChg>
        <pc:spChg chg="del mod">
          <ac:chgData name="Gulvik, Christopher (CDC/NCEZID/DHCPP/BSPB)" userId="1e17a259-098e-4b6c-aed1-09b9290c5525" providerId="ADAL" clId="{271827B2-C3AD-4860-961A-B54835A9F77B}" dt="2025-12-29T18:54:50.713" v="1346" actId="478"/>
          <ac:spMkLst>
            <pc:docMk/>
            <pc:sldMk cId="3310172435" sldId="265"/>
            <ac:spMk id="3" creationId="{482C7A38-B011-3EA7-A3A7-C91D841A53BD}"/>
          </ac:spMkLst>
        </pc:spChg>
        <pc:spChg chg="add del mod">
          <ac:chgData name="Gulvik, Christopher (CDC/NCEZID/DHCPP/BSPB)" userId="1e17a259-098e-4b6c-aed1-09b9290c5525" providerId="ADAL" clId="{271827B2-C3AD-4860-961A-B54835A9F77B}" dt="2025-12-29T18:54:55.462" v="1347" actId="22"/>
          <ac:spMkLst>
            <pc:docMk/>
            <pc:sldMk cId="3310172435" sldId="265"/>
            <ac:spMk id="5" creationId="{C4F4D438-228C-DE9F-FAC6-CF9416AFF6EA}"/>
          </ac:spMkLst>
        </pc:spChg>
        <pc:picChg chg="add mod ord">
          <ac:chgData name="Gulvik, Christopher (CDC/NCEZID/DHCPP/BSPB)" userId="1e17a259-098e-4b6c-aed1-09b9290c5525" providerId="ADAL" clId="{271827B2-C3AD-4860-961A-B54835A9F77B}" dt="2025-12-29T18:56:46.692" v="1378" actId="1076"/>
          <ac:picMkLst>
            <pc:docMk/>
            <pc:sldMk cId="3310172435" sldId="265"/>
            <ac:picMk id="7" creationId="{AF32FF93-EAAF-B29F-233A-CFF1ACF72C17}"/>
          </ac:picMkLst>
        </pc:picChg>
        <pc:picChg chg="add mod">
          <ac:chgData name="Gulvik, Christopher (CDC/NCEZID/DHCPP/BSPB)" userId="1e17a259-098e-4b6c-aed1-09b9290c5525" providerId="ADAL" clId="{271827B2-C3AD-4860-961A-B54835A9F77B}" dt="2025-12-29T18:56:46.692" v="1378" actId="1076"/>
          <ac:picMkLst>
            <pc:docMk/>
            <pc:sldMk cId="3310172435" sldId="265"/>
            <ac:picMk id="9" creationId="{DEAFB9DC-E86B-49EA-0676-A70D0FA6B65A}"/>
          </ac:picMkLst>
        </pc:picChg>
        <pc:picChg chg="add mod">
          <ac:chgData name="Gulvik, Christopher (CDC/NCEZID/DHCPP/BSPB)" userId="1e17a259-098e-4b6c-aed1-09b9290c5525" providerId="ADAL" clId="{271827B2-C3AD-4860-961A-B54835A9F77B}" dt="2025-12-29T18:56:46.692" v="1378" actId="1076"/>
          <ac:picMkLst>
            <pc:docMk/>
            <pc:sldMk cId="3310172435" sldId="265"/>
            <ac:picMk id="11" creationId="{C785AEEB-6E22-3290-1983-2AFCE3379078}"/>
          </ac:picMkLst>
        </pc:picChg>
      </pc:sldChg>
      <pc:sldChg chg="modSp new mod">
        <pc:chgData name="Gulvik, Christopher (CDC/NCEZID/DHCPP/BSPB)" userId="1e17a259-098e-4b6c-aed1-09b9290c5525" providerId="ADAL" clId="{271827B2-C3AD-4860-961A-B54835A9F77B}" dt="2025-12-15T13:58:05.758" v="318" actId="113"/>
        <pc:sldMkLst>
          <pc:docMk/>
          <pc:sldMk cId="4216337579" sldId="266"/>
        </pc:sldMkLst>
        <pc:spChg chg="mod">
          <ac:chgData name="Gulvik, Christopher (CDC/NCEZID/DHCPP/BSPB)" userId="1e17a259-098e-4b6c-aed1-09b9290c5525" providerId="ADAL" clId="{271827B2-C3AD-4860-961A-B54835A9F77B}" dt="2025-12-15T13:57:53.441" v="315" actId="113"/>
          <ac:spMkLst>
            <pc:docMk/>
            <pc:sldMk cId="4216337579" sldId="266"/>
            <ac:spMk id="2" creationId="{33B1A3F7-4FA2-710F-3150-90C103EC5C95}"/>
          </ac:spMkLst>
        </pc:spChg>
        <pc:spChg chg="mod">
          <ac:chgData name="Gulvik, Christopher (CDC/NCEZID/DHCPP/BSPB)" userId="1e17a259-098e-4b6c-aed1-09b9290c5525" providerId="ADAL" clId="{271827B2-C3AD-4860-961A-B54835A9F77B}" dt="2025-12-15T13:58:05.758" v="318" actId="113"/>
          <ac:spMkLst>
            <pc:docMk/>
            <pc:sldMk cId="4216337579" sldId="266"/>
            <ac:spMk id="3" creationId="{D9CDF2C8-B9B1-71A7-5DAC-80B94A855DE5}"/>
          </ac:spMkLst>
        </pc:spChg>
      </pc:sldChg>
      <pc:sldChg chg="addSp delSp modSp new mod">
        <pc:chgData name="Gulvik, Christopher (CDC/NCEZID/DHCPP/BSPB)" userId="1e17a259-098e-4b6c-aed1-09b9290c5525" providerId="ADAL" clId="{271827B2-C3AD-4860-961A-B54835A9F77B}" dt="2025-12-29T18:59:17.606" v="1466" actId="1076"/>
        <pc:sldMkLst>
          <pc:docMk/>
          <pc:sldMk cId="3309464588" sldId="267"/>
        </pc:sldMkLst>
        <pc:spChg chg="mod">
          <ac:chgData name="Gulvik, Christopher (CDC/NCEZID/DHCPP/BSPB)" userId="1e17a259-098e-4b6c-aed1-09b9290c5525" providerId="ADAL" clId="{271827B2-C3AD-4860-961A-B54835A9F77B}" dt="2025-12-15T16:33:20.862" v="345"/>
          <ac:spMkLst>
            <pc:docMk/>
            <pc:sldMk cId="3309464588" sldId="267"/>
            <ac:spMk id="2" creationId="{6DB73C9E-A43A-5CF9-4002-F7CCA3334C64}"/>
          </ac:spMkLst>
        </pc:spChg>
        <pc:spChg chg="mod">
          <ac:chgData name="Gulvik, Christopher (CDC/NCEZID/DHCPP/BSPB)" userId="1e17a259-098e-4b6c-aed1-09b9290c5525" providerId="ADAL" clId="{271827B2-C3AD-4860-961A-B54835A9F77B}" dt="2025-12-15T16:36:30.320" v="418" actId="207"/>
          <ac:spMkLst>
            <pc:docMk/>
            <pc:sldMk cId="3309464588" sldId="267"/>
            <ac:spMk id="3" creationId="{62B02DD9-7F35-1ECA-CE80-D760D03903BF}"/>
          </ac:spMkLst>
        </pc:spChg>
        <pc:spChg chg="add del mod">
          <ac:chgData name="Gulvik, Christopher (CDC/NCEZID/DHCPP/BSPB)" userId="1e17a259-098e-4b6c-aed1-09b9290c5525" providerId="ADAL" clId="{271827B2-C3AD-4860-961A-B54835A9F77B}" dt="2025-12-29T18:58:19.736" v="1379" actId="478"/>
          <ac:spMkLst>
            <pc:docMk/>
            <pc:sldMk cId="3309464588" sldId="267"/>
            <ac:spMk id="5" creationId="{131F667C-9F52-D622-37DF-4F4DE6AC0B30}"/>
          </ac:spMkLst>
        </pc:spChg>
        <pc:picChg chg="add mod">
          <ac:chgData name="Gulvik, Christopher (CDC/NCEZID/DHCPP/BSPB)" userId="1e17a259-098e-4b6c-aed1-09b9290c5525" providerId="ADAL" clId="{271827B2-C3AD-4860-961A-B54835A9F77B}" dt="2025-12-29T18:58:24.006" v="1381" actId="1076"/>
          <ac:picMkLst>
            <pc:docMk/>
            <pc:sldMk cId="3309464588" sldId="267"/>
            <ac:picMk id="6" creationId="{1F98DEF4-BD3E-F732-7914-A65278DB24E5}"/>
          </ac:picMkLst>
        </pc:picChg>
        <pc:picChg chg="add mod">
          <ac:chgData name="Gulvik, Christopher (CDC/NCEZID/DHCPP/BSPB)" userId="1e17a259-098e-4b6c-aed1-09b9290c5525" providerId="ADAL" clId="{271827B2-C3AD-4860-961A-B54835A9F77B}" dt="2025-12-29T18:59:17.606" v="1466" actId="1076"/>
          <ac:picMkLst>
            <pc:docMk/>
            <pc:sldMk cId="3309464588" sldId="267"/>
            <ac:picMk id="8" creationId="{7ABC601D-2039-9C1A-5943-AE608ED92934}"/>
          </ac:picMkLst>
        </pc:picChg>
        <pc:picChg chg="add del mod">
          <ac:chgData name="Gulvik, Christopher (CDC/NCEZID/DHCPP/BSPB)" userId="1e17a259-098e-4b6c-aed1-09b9290c5525" providerId="ADAL" clId="{271827B2-C3AD-4860-961A-B54835A9F77B}" dt="2025-12-29T18:59:01.691" v="1382" actId="478"/>
          <ac:picMkLst>
            <pc:docMk/>
            <pc:sldMk cId="3309464588" sldId="267"/>
            <ac:picMk id="9" creationId="{76B58750-1AE7-8B04-22A8-7CC487D537DC}"/>
          </ac:picMkLst>
        </pc:picChg>
      </pc:sldChg>
      <pc:sldChg chg="addSp delSp modSp add mod">
        <pc:chgData name="Gulvik, Christopher (CDC/NCEZID/DHCPP/BSPB)" userId="1e17a259-098e-4b6c-aed1-09b9290c5525" providerId="ADAL" clId="{271827B2-C3AD-4860-961A-B54835A9F77B}" dt="2025-12-29T19:00:41.004" v="1472" actId="478"/>
        <pc:sldMkLst>
          <pc:docMk/>
          <pc:sldMk cId="2899596079" sldId="268"/>
        </pc:sldMkLst>
        <pc:spChg chg="mod">
          <ac:chgData name="Gulvik, Christopher (CDC/NCEZID/DHCPP/BSPB)" userId="1e17a259-098e-4b6c-aed1-09b9290c5525" providerId="ADAL" clId="{271827B2-C3AD-4860-961A-B54835A9F77B}" dt="2025-12-15T16:47:35.887" v="504" actId="113"/>
          <ac:spMkLst>
            <pc:docMk/>
            <pc:sldMk cId="2899596079" sldId="268"/>
            <ac:spMk id="2" creationId="{B9C0C11F-CBA9-AB7A-0CD8-6EB0DB7F0B64}"/>
          </ac:spMkLst>
        </pc:spChg>
        <pc:spChg chg="del">
          <ac:chgData name="Gulvik, Christopher (CDC/NCEZID/DHCPP/BSPB)" userId="1e17a259-098e-4b6c-aed1-09b9290c5525" providerId="ADAL" clId="{271827B2-C3AD-4860-961A-B54835A9F77B}" dt="2025-12-29T19:00:41.004" v="1472" actId="478"/>
          <ac:spMkLst>
            <pc:docMk/>
            <pc:sldMk cId="2899596079" sldId="268"/>
            <ac:spMk id="5" creationId="{0D21D58A-9492-B517-EE8F-3D699DB044CF}"/>
          </ac:spMkLst>
        </pc:spChg>
        <pc:spChg chg="add mod">
          <ac:chgData name="Gulvik, Christopher (CDC/NCEZID/DHCPP/BSPB)" userId="1e17a259-098e-4b6c-aed1-09b9290c5525" providerId="ADAL" clId="{271827B2-C3AD-4860-961A-B54835A9F77B}" dt="2025-12-15T16:36:46.600" v="421"/>
          <ac:spMkLst>
            <pc:docMk/>
            <pc:sldMk cId="2899596079" sldId="268"/>
            <ac:spMk id="8" creationId="{1278C7F0-164C-309A-236A-38B039B55BC0}"/>
          </ac:spMkLst>
        </pc:spChg>
        <pc:picChg chg="add mod">
          <ac:chgData name="Gulvik, Christopher (CDC/NCEZID/DHCPP/BSPB)" userId="1e17a259-098e-4b6c-aed1-09b9290c5525" providerId="ADAL" clId="{271827B2-C3AD-4860-961A-B54835A9F77B}" dt="2025-12-29T19:00:33.674" v="1470" actId="1036"/>
          <ac:picMkLst>
            <pc:docMk/>
            <pc:sldMk cId="2899596079" sldId="268"/>
            <ac:picMk id="4" creationId="{C966CC72-4A25-C877-FC74-32D808AB2C8F}"/>
          </ac:picMkLst>
        </pc:picChg>
        <pc:picChg chg="add mod">
          <ac:chgData name="Gulvik, Christopher (CDC/NCEZID/DHCPP/BSPB)" userId="1e17a259-098e-4b6c-aed1-09b9290c5525" providerId="ADAL" clId="{271827B2-C3AD-4860-961A-B54835A9F77B}" dt="2025-12-29T19:00:37.166" v="1471" actId="1076"/>
          <ac:picMkLst>
            <pc:docMk/>
            <pc:sldMk cId="2899596079" sldId="268"/>
            <ac:picMk id="7" creationId="{4CB4C508-6DCE-C0AF-2B64-BFFA3B2A58E1}"/>
          </ac:picMkLst>
        </pc:picChg>
      </pc:sldChg>
      <pc:sldChg chg="addSp modSp new mod">
        <pc:chgData name="Gulvik, Christopher (CDC/NCEZID/DHCPP/BSPB)" userId="1e17a259-098e-4b6c-aed1-09b9290c5525" providerId="ADAL" clId="{271827B2-C3AD-4860-961A-B54835A9F77B}" dt="2025-12-29T19:02:44.900" v="1521" actId="1076"/>
        <pc:sldMkLst>
          <pc:docMk/>
          <pc:sldMk cId="2495424924" sldId="269"/>
        </pc:sldMkLst>
        <pc:spChg chg="mod">
          <ac:chgData name="Gulvik, Christopher (CDC/NCEZID/DHCPP/BSPB)" userId="1e17a259-098e-4b6c-aed1-09b9290c5525" providerId="ADAL" clId="{271827B2-C3AD-4860-961A-B54835A9F77B}" dt="2025-12-15T16:44:45.277" v="466" actId="20577"/>
          <ac:spMkLst>
            <pc:docMk/>
            <pc:sldMk cId="2495424924" sldId="269"/>
            <ac:spMk id="2" creationId="{44E4FD3B-D655-725A-9C55-5EF1F88C79BB}"/>
          </ac:spMkLst>
        </pc:spChg>
        <pc:spChg chg="mod">
          <ac:chgData name="Gulvik, Christopher (CDC/NCEZID/DHCPP/BSPB)" userId="1e17a259-098e-4b6c-aed1-09b9290c5525" providerId="ADAL" clId="{271827B2-C3AD-4860-961A-B54835A9F77B}" dt="2025-12-29T19:01:51.435" v="1475" actId="14100"/>
          <ac:spMkLst>
            <pc:docMk/>
            <pc:sldMk cId="2495424924" sldId="269"/>
            <ac:spMk id="3" creationId="{93F9517A-BF14-5AF9-3D6C-164294708BB9}"/>
          </ac:spMkLst>
        </pc:spChg>
        <pc:picChg chg="add mod">
          <ac:chgData name="Gulvik, Christopher (CDC/NCEZID/DHCPP/BSPB)" userId="1e17a259-098e-4b6c-aed1-09b9290c5525" providerId="ADAL" clId="{271827B2-C3AD-4860-961A-B54835A9F77B}" dt="2025-12-29T19:02:44.900" v="1521" actId="1076"/>
          <ac:picMkLst>
            <pc:docMk/>
            <pc:sldMk cId="2495424924" sldId="269"/>
            <ac:picMk id="5" creationId="{3C43187F-2B51-103D-2EA6-44850D99E138}"/>
          </ac:picMkLst>
        </pc:picChg>
        <pc:picChg chg="add mod">
          <ac:chgData name="Gulvik, Christopher (CDC/NCEZID/DHCPP/BSPB)" userId="1e17a259-098e-4b6c-aed1-09b9290c5525" providerId="ADAL" clId="{271827B2-C3AD-4860-961A-B54835A9F77B}" dt="2025-12-29T19:02:44.900" v="1521" actId="1076"/>
          <ac:picMkLst>
            <pc:docMk/>
            <pc:sldMk cId="2495424924" sldId="269"/>
            <ac:picMk id="6" creationId="{FD03FA0C-C416-BBFA-1F03-715DE1F4F15F}"/>
          </ac:picMkLst>
        </pc:picChg>
      </pc:sldChg>
      <pc:sldChg chg="modSp new mod">
        <pc:chgData name="Gulvik, Christopher (CDC/NCEZID/DHCPP/BSPB)" userId="1e17a259-098e-4b6c-aed1-09b9290c5525" providerId="ADAL" clId="{271827B2-C3AD-4860-961A-B54835A9F77B}" dt="2025-12-15T16:49:20.604" v="512" actId="20578"/>
        <pc:sldMkLst>
          <pc:docMk/>
          <pc:sldMk cId="1244127108" sldId="270"/>
        </pc:sldMkLst>
        <pc:spChg chg="mod">
          <ac:chgData name="Gulvik, Christopher (CDC/NCEZID/DHCPP/BSPB)" userId="1e17a259-098e-4b6c-aed1-09b9290c5525" providerId="ADAL" clId="{271827B2-C3AD-4860-961A-B54835A9F77B}" dt="2025-12-15T16:49:02.311" v="508" actId="113"/>
          <ac:spMkLst>
            <pc:docMk/>
            <pc:sldMk cId="1244127108" sldId="270"/>
            <ac:spMk id="2" creationId="{A41C7F2F-EB69-E880-572D-DF06573A7ED1}"/>
          </ac:spMkLst>
        </pc:spChg>
        <pc:spChg chg="mod">
          <ac:chgData name="Gulvik, Christopher (CDC/NCEZID/DHCPP/BSPB)" userId="1e17a259-098e-4b6c-aed1-09b9290c5525" providerId="ADAL" clId="{271827B2-C3AD-4860-961A-B54835A9F77B}" dt="2025-12-15T16:49:20.604" v="512" actId="20578"/>
          <ac:spMkLst>
            <pc:docMk/>
            <pc:sldMk cId="1244127108" sldId="270"/>
            <ac:spMk id="3" creationId="{D182DB9A-0C6A-85F9-6ADA-D1F6C0F743C1}"/>
          </ac:spMkLst>
        </pc:spChg>
      </pc:sldChg>
      <pc:sldChg chg="modSp new mod">
        <pc:chgData name="Gulvik, Christopher (CDC/NCEZID/DHCPP/BSPB)" userId="1e17a259-098e-4b6c-aed1-09b9290c5525" providerId="ADAL" clId="{271827B2-C3AD-4860-961A-B54835A9F77B}" dt="2025-12-15T16:52:19.709" v="531" actId="20577"/>
        <pc:sldMkLst>
          <pc:docMk/>
          <pc:sldMk cId="1719150264" sldId="271"/>
        </pc:sldMkLst>
        <pc:spChg chg="mod">
          <ac:chgData name="Gulvik, Christopher (CDC/NCEZID/DHCPP/BSPB)" userId="1e17a259-098e-4b6c-aed1-09b9290c5525" providerId="ADAL" clId="{271827B2-C3AD-4860-961A-B54835A9F77B}" dt="2025-12-15T16:50:23.192" v="515"/>
          <ac:spMkLst>
            <pc:docMk/>
            <pc:sldMk cId="1719150264" sldId="271"/>
            <ac:spMk id="2" creationId="{F8B2248F-9EE7-14C4-DAC5-42851F0C2FFA}"/>
          </ac:spMkLst>
        </pc:spChg>
        <pc:spChg chg="mod">
          <ac:chgData name="Gulvik, Christopher (CDC/NCEZID/DHCPP/BSPB)" userId="1e17a259-098e-4b6c-aed1-09b9290c5525" providerId="ADAL" clId="{271827B2-C3AD-4860-961A-B54835A9F77B}" dt="2025-12-15T16:52:19.709" v="531" actId="20577"/>
          <ac:spMkLst>
            <pc:docMk/>
            <pc:sldMk cId="1719150264" sldId="271"/>
            <ac:spMk id="3" creationId="{05719D5C-8E97-FAF3-D61D-50D13BA6E94B}"/>
          </ac:spMkLst>
        </pc:spChg>
      </pc:sldChg>
      <pc:sldChg chg="addSp modSp new mod">
        <pc:chgData name="Gulvik, Christopher (CDC/NCEZID/DHCPP/BSPB)" userId="1e17a259-098e-4b6c-aed1-09b9290c5525" providerId="ADAL" clId="{271827B2-C3AD-4860-961A-B54835A9F77B}" dt="2025-12-15T16:55:58.487" v="597" actId="1036"/>
        <pc:sldMkLst>
          <pc:docMk/>
          <pc:sldMk cId="2354768804" sldId="272"/>
        </pc:sldMkLst>
        <pc:spChg chg="mod">
          <ac:chgData name="Gulvik, Christopher (CDC/NCEZID/DHCPP/BSPB)" userId="1e17a259-098e-4b6c-aed1-09b9290c5525" providerId="ADAL" clId="{271827B2-C3AD-4860-961A-B54835A9F77B}" dt="2025-12-15T16:52:31.302" v="534"/>
          <ac:spMkLst>
            <pc:docMk/>
            <pc:sldMk cId="2354768804" sldId="272"/>
            <ac:spMk id="2" creationId="{E1C8035F-380C-2CC2-8531-37A09B7C5F0D}"/>
          </ac:spMkLst>
        </pc:spChg>
        <pc:spChg chg="mod">
          <ac:chgData name="Gulvik, Christopher (CDC/NCEZID/DHCPP/BSPB)" userId="1e17a259-098e-4b6c-aed1-09b9290c5525" providerId="ADAL" clId="{271827B2-C3AD-4860-961A-B54835A9F77B}" dt="2025-12-15T16:55:13.568" v="552"/>
          <ac:spMkLst>
            <pc:docMk/>
            <pc:sldMk cId="2354768804" sldId="272"/>
            <ac:spMk id="3" creationId="{3AB6A2FD-28A1-6891-27EB-AFEC20242B9E}"/>
          </ac:spMkLst>
        </pc:spChg>
        <pc:picChg chg="add mod ord modCrop">
          <ac:chgData name="Gulvik, Christopher (CDC/NCEZID/DHCPP/BSPB)" userId="1e17a259-098e-4b6c-aed1-09b9290c5525" providerId="ADAL" clId="{271827B2-C3AD-4860-961A-B54835A9F77B}" dt="2025-12-15T16:55:58.487" v="597" actId="1036"/>
          <ac:picMkLst>
            <pc:docMk/>
            <pc:sldMk cId="2354768804" sldId="272"/>
            <ac:picMk id="5" creationId="{F338036A-3E23-E0E5-85E1-D96DC27D0F6A}"/>
          </ac:picMkLst>
        </pc:picChg>
      </pc:sldChg>
      <pc:sldChg chg="modSp new mod">
        <pc:chgData name="Gulvik, Christopher (CDC/NCEZID/DHCPP/BSPB)" userId="1e17a259-098e-4b6c-aed1-09b9290c5525" providerId="ADAL" clId="{271827B2-C3AD-4860-961A-B54835A9F77B}" dt="2025-12-15T17:17:05.872" v="622" actId="27636"/>
        <pc:sldMkLst>
          <pc:docMk/>
          <pc:sldMk cId="513674337" sldId="273"/>
        </pc:sldMkLst>
        <pc:spChg chg="mod">
          <ac:chgData name="Gulvik, Christopher (CDC/NCEZID/DHCPP/BSPB)" userId="1e17a259-098e-4b6c-aed1-09b9290c5525" providerId="ADAL" clId="{271827B2-C3AD-4860-961A-B54835A9F77B}" dt="2025-12-15T17:12:19.245" v="601" actId="113"/>
          <ac:spMkLst>
            <pc:docMk/>
            <pc:sldMk cId="513674337" sldId="273"/>
            <ac:spMk id="2" creationId="{A2B1FC82-DC86-124E-3AF6-59AABE95529A}"/>
          </ac:spMkLst>
        </pc:spChg>
        <pc:spChg chg="mod">
          <ac:chgData name="Gulvik, Christopher (CDC/NCEZID/DHCPP/BSPB)" userId="1e17a259-098e-4b6c-aed1-09b9290c5525" providerId="ADAL" clId="{271827B2-C3AD-4860-961A-B54835A9F77B}" dt="2025-12-15T17:17:05.872" v="622" actId="27636"/>
          <ac:spMkLst>
            <pc:docMk/>
            <pc:sldMk cId="513674337" sldId="273"/>
            <ac:spMk id="3" creationId="{075B4013-11B7-9D5E-7378-DB39EE33AF9E}"/>
          </ac:spMkLst>
        </pc:spChg>
      </pc:sldChg>
      <pc:sldChg chg="addSp modSp new mod">
        <pc:chgData name="Gulvik, Christopher (CDC/NCEZID/DHCPP/BSPB)" userId="1e17a259-098e-4b6c-aed1-09b9290c5525" providerId="ADAL" clId="{271827B2-C3AD-4860-961A-B54835A9F77B}" dt="2025-12-15T17:31:39.678" v="635" actId="1076"/>
        <pc:sldMkLst>
          <pc:docMk/>
          <pc:sldMk cId="1512758009" sldId="274"/>
        </pc:sldMkLst>
        <pc:spChg chg="mod">
          <ac:chgData name="Gulvik, Christopher (CDC/NCEZID/DHCPP/BSPB)" userId="1e17a259-098e-4b6c-aed1-09b9290c5525" providerId="ADAL" clId="{271827B2-C3AD-4860-961A-B54835A9F77B}" dt="2025-12-15T17:30:09.459" v="626" actId="113"/>
          <ac:spMkLst>
            <pc:docMk/>
            <pc:sldMk cId="1512758009" sldId="274"/>
            <ac:spMk id="2" creationId="{5F37E197-4670-0CD7-C077-9B4ECE885D6F}"/>
          </ac:spMkLst>
        </pc:spChg>
        <pc:spChg chg="mod">
          <ac:chgData name="Gulvik, Christopher (CDC/NCEZID/DHCPP/BSPB)" userId="1e17a259-098e-4b6c-aed1-09b9290c5525" providerId="ADAL" clId="{271827B2-C3AD-4860-961A-B54835A9F77B}" dt="2025-12-15T17:31:03.184" v="633"/>
          <ac:spMkLst>
            <pc:docMk/>
            <pc:sldMk cId="1512758009" sldId="274"/>
            <ac:spMk id="3" creationId="{EA6610B6-442C-FB92-9E5B-9BD6A4AB0C73}"/>
          </ac:spMkLst>
        </pc:spChg>
        <pc:picChg chg="add mod">
          <ac:chgData name="Gulvik, Christopher (CDC/NCEZID/DHCPP/BSPB)" userId="1e17a259-098e-4b6c-aed1-09b9290c5525" providerId="ADAL" clId="{271827B2-C3AD-4860-961A-B54835A9F77B}" dt="2025-12-15T17:31:39.678" v="635" actId="1076"/>
          <ac:picMkLst>
            <pc:docMk/>
            <pc:sldMk cId="1512758009" sldId="274"/>
            <ac:picMk id="5" creationId="{2115AE1E-C7F6-B771-C264-0713AB4458BC}"/>
          </ac:picMkLst>
        </pc:picChg>
      </pc:sldChg>
      <pc:sldChg chg="modSp new mod">
        <pc:chgData name="Gulvik, Christopher (CDC/NCEZID/DHCPP/BSPB)" userId="1e17a259-098e-4b6c-aed1-09b9290c5525" providerId="ADAL" clId="{271827B2-C3AD-4860-961A-B54835A9F77B}" dt="2025-12-15T17:35:14.505" v="644" actId="15"/>
        <pc:sldMkLst>
          <pc:docMk/>
          <pc:sldMk cId="2036993883" sldId="275"/>
        </pc:sldMkLst>
        <pc:spChg chg="mod">
          <ac:chgData name="Gulvik, Christopher (CDC/NCEZID/DHCPP/BSPB)" userId="1e17a259-098e-4b6c-aed1-09b9290c5525" providerId="ADAL" clId="{271827B2-C3AD-4860-961A-B54835A9F77B}" dt="2025-12-15T17:35:04.091" v="642" actId="113"/>
          <ac:spMkLst>
            <pc:docMk/>
            <pc:sldMk cId="2036993883" sldId="275"/>
            <ac:spMk id="2" creationId="{F1F20CD4-6435-BCB6-9000-A864E86E5F96}"/>
          </ac:spMkLst>
        </pc:spChg>
        <pc:spChg chg="mod">
          <ac:chgData name="Gulvik, Christopher (CDC/NCEZID/DHCPP/BSPB)" userId="1e17a259-098e-4b6c-aed1-09b9290c5525" providerId="ADAL" clId="{271827B2-C3AD-4860-961A-B54835A9F77B}" dt="2025-12-15T17:35:14.505" v="644" actId="15"/>
          <ac:spMkLst>
            <pc:docMk/>
            <pc:sldMk cId="2036993883" sldId="275"/>
            <ac:spMk id="3" creationId="{C5E55953-EA58-4D7C-1CE0-58D005386D7F}"/>
          </ac:spMkLst>
        </pc:spChg>
      </pc:sldChg>
      <pc:sldChg chg="addSp modSp new mod">
        <pc:chgData name="Gulvik, Christopher (CDC/NCEZID/DHCPP/BSPB)" userId="1e17a259-098e-4b6c-aed1-09b9290c5525" providerId="ADAL" clId="{271827B2-C3AD-4860-961A-B54835A9F77B}" dt="2025-12-15T17:46:45.596" v="723" actId="20577"/>
        <pc:sldMkLst>
          <pc:docMk/>
          <pc:sldMk cId="1869707106" sldId="276"/>
        </pc:sldMkLst>
        <pc:spChg chg="mod">
          <ac:chgData name="Gulvik, Christopher (CDC/NCEZID/DHCPP/BSPB)" userId="1e17a259-098e-4b6c-aed1-09b9290c5525" providerId="ADAL" clId="{271827B2-C3AD-4860-961A-B54835A9F77B}" dt="2025-12-15T17:46:45.596" v="723" actId="20577"/>
          <ac:spMkLst>
            <pc:docMk/>
            <pc:sldMk cId="1869707106" sldId="276"/>
            <ac:spMk id="2" creationId="{02E6AD01-5CF2-12EB-37BE-B235A6E2FE34}"/>
          </ac:spMkLst>
        </pc:spChg>
        <pc:spChg chg="mod">
          <ac:chgData name="Gulvik, Christopher (CDC/NCEZID/DHCPP/BSPB)" userId="1e17a259-098e-4b6c-aed1-09b9290c5525" providerId="ADAL" clId="{271827B2-C3AD-4860-961A-B54835A9F77B}" dt="2025-12-15T17:36:19.563" v="656" actId="114"/>
          <ac:spMkLst>
            <pc:docMk/>
            <pc:sldMk cId="1869707106" sldId="276"/>
            <ac:spMk id="3" creationId="{ACFE6A64-DE7C-EA4F-FABC-55FE140EE9E5}"/>
          </ac:spMkLst>
        </pc:spChg>
        <pc:picChg chg="add mod">
          <ac:chgData name="Gulvik, Christopher (CDC/NCEZID/DHCPP/BSPB)" userId="1e17a259-098e-4b6c-aed1-09b9290c5525" providerId="ADAL" clId="{271827B2-C3AD-4860-961A-B54835A9F77B}" dt="2025-12-15T17:36:48.657" v="708" actId="1036"/>
          <ac:picMkLst>
            <pc:docMk/>
            <pc:sldMk cId="1869707106" sldId="276"/>
            <ac:picMk id="5" creationId="{6B40D294-63EF-DD53-CF21-77DA92B96F15}"/>
          </ac:picMkLst>
        </pc:picChg>
        <pc:picChg chg="add mod">
          <ac:chgData name="Gulvik, Christopher (CDC/NCEZID/DHCPP/BSPB)" userId="1e17a259-098e-4b6c-aed1-09b9290c5525" providerId="ADAL" clId="{271827B2-C3AD-4860-961A-B54835A9F77B}" dt="2025-12-15T17:37:18.777" v="713" actId="1076"/>
          <ac:picMkLst>
            <pc:docMk/>
            <pc:sldMk cId="1869707106" sldId="276"/>
            <ac:picMk id="7" creationId="{CEBB31CE-4FDF-CAF5-231A-D5634A6ECB9E}"/>
          </ac:picMkLst>
        </pc:picChg>
      </pc:sldChg>
      <pc:sldChg chg="addSp modSp new mod">
        <pc:chgData name="Gulvik, Christopher (CDC/NCEZID/DHCPP/BSPB)" userId="1e17a259-098e-4b6c-aed1-09b9290c5525" providerId="ADAL" clId="{271827B2-C3AD-4860-961A-B54835A9F77B}" dt="2025-12-15T20:42:44.119" v="737" actId="1076"/>
        <pc:sldMkLst>
          <pc:docMk/>
          <pc:sldMk cId="3065898320" sldId="277"/>
        </pc:sldMkLst>
        <pc:spChg chg="mod">
          <ac:chgData name="Gulvik, Christopher (CDC/NCEZID/DHCPP/BSPB)" userId="1e17a259-098e-4b6c-aed1-09b9290c5525" providerId="ADAL" clId="{271827B2-C3AD-4860-961A-B54835A9F77B}" dt="2025-12-15T20:38:31.521" v="729" actId="113"/>
          <ac:spMkLst>
            <pc:docMk/>
            <pc:sldMk cId="3065898320" sldId="277"/>
            <ac:spMk id="2" creationId="{4AFC8FDE-6D42-B71C-1614-ED2238DDFB7D}"/>
          </ac:spMkLst>
        </pc:spChg>
        <pc:spChg chg="mod">
          <ac:chgData name="Gulvik, Christopher (CDC/NCEZID/DHCPP/BSPB)" userId="1e17a259-098e-4b6c-aed1-09b9290c5525" providerId="ADAL" clId="{271827B2-C3AD-4860-961A-B54835A9F77B}" dt="2025-12-15T20:42:44.119" v="737" actId="1076"/>
          <ac:spMkLst>
            <pc:docMk/>
            <pc:sldMk cId="3065898320" sldId="277"/>
            <ac:spMk id="3" creationId="{C0C0BA01-EC90-824F-CD6A-E6669F307951}"/>
          </ac:spMkLst>
        </pc:spChg>
        <pc:picChg chg="add mod">
          <ac:chgData name="Gulvik, Christopher (CDC/NCEZID/DHCPP/BSPB)" userId="1e17a259-098e-4b6c-aed1-09b9290c5525" providerId="ADAL" clId="{271827B2-C3AD-4860-961A-B54835A9F77B}" dt="2025-12-15T20:42:42.840" v="736" actId="1076"/>
          <ac:picMkLst>
            <pc:docMk/>
            <pc:sldMk cId="3065898320" sldId="277"/>
            <ac:picMk id="5" creationId="{00D89FBA-B78F-FE98-4D85-E474159F3212}"/>
          </ac:picMkLst>
        </pc:picChg>
        <pc:picChg chg="add mod">
          <ac:chgData name="Gulvik, Christopher (CDC/NCEZID/DHCPP/BSPB)" userId="1e17a259-098e-4b6c-aed1-09b9290c5525" providerId="ADAL" clId="{271827B2-C3AD-4860-961A-B54835A9F77B}" dt="2025-12-15T20:42:41.550" v="735" actId="1076"/>
          <ac:picMkLst>
            <pc:docMk/>
            <pc:sldMk cId="3065898320" sldId="277"/>
            <ac:picMk id="7" creationId="{8F1A429A-AD8F-962E-0B3D-8EEE24AD6F87}"/>
          </ac:picMkLst>
        </pc:picChg>
      </pc:sldChg>
      <pc:sldChg chg="addSp modSp new mod">
        <pc:chgData name="Gulvik, Christopher (CDC/NCEZID/DHCPP/BSPB)" userId="1e17a259-098e-4b6c-aed1-09b9290c5525" providerId="ADAL" clId="{271827B2-C3AD-4860-961A-B54835A9F77B}" dt="2025-12-15T20:51:12.988" v="753" actId="14100"/>
        <pc:sldMkLst>
          <pc:docMk/>
          <pc:sldMk cId="512554863" sldId="278"/>
        </pc:sldMkLst>
        <pc:spChg chg="mod">
          <ac:chgData name="Gulvik, Christopher (CDC/NCEZID/DHCPP/BSPB)" userId="1e17a259-098e-4b6c-aed1-09b9290c5525" providerId="ADAL" clId="{271827B2-C3AD-4860-961A-B54835A9F77B}" dt="2025-12-15T20:49:24.788" v="743" actId="114"/>
          <ac:spMkLst>
            <pc:docMk/>
            <pc:sldMk cId="512554863" sldId="278"/>
            <ac:spMk id="2" creationId="{7940C724-10B4-5F03-823E-0A1A79486287}"/>
          </ac:spMkLst>
        </pc:spChg>
        <pc:spChg chg="mod">
          <ac:chgData name="Gulvik, Christopher (CDC/NCEZID/DHCPP/BSPB)" userId="1e17a259-098e-4b6c-aed1-09b9290c5525" providerId="ADAL" clId="{271827B2-C3AD-4860-961A-B54835A9F77B}" dt="2025-12-15T20:50:33.993" v="748" actId="313"/>
          <ac:spMkLst>
            <pc:docMk/>
            <pc:sldMk cId="512554863" sldId="278"/>
            <ac:spMk id="3" creationId="{9E41951C-D67F-674B-278E-EF98F61B5B34}"/>
          </ac:spMkLst>
        </pc:spChg>
        <pc:picChg chg="add mod">
          <ac:chgData name="Gulvik, Christopher (CDC/NCEZID/DHCPP/BSPB)" userId="1e17a259-098e-4b6c-aed1-09b9290c5525" providerId="ADAL" clId="{271827B2-C3AD-4860-961A-B54835A9F77B}" dt="2025-12-15T20:50:56.909" v="750" actId="1076"/>
          <ac:picMkLst>
            <pc:docMk/>
            <pc:sldMk cId="512554863" sldId="278"/>
            <ac:picMk id="5" creationId="{37A60FB8-DCBF-91C7-D85C-62D7B2A90503}"/>
          </ac:picMkLst>
        </pc:picChg>
        <pc:picChg chg="add mod">
          <ac:chgData name="Gulvik, Christopher (CDC/NCEZID/DHCPP/BSPB)" userId="1e17a259-098e-4b6c-aed1-09b9290c5525" providerId="ADAL" clId="{271827B2-C3AD-4860-961A-B54835A9F77B}" dt="2025-12-15T20:51:12.988" v="753" actId="14100"/>
          <ac:picMkLst>
            <pc:docMk/>
            <pc:sldMk cId="512554863" sldId="278"/>
            <ac:picMk id="7" creationId="{987A07CF-CA7B-FC28-F58A-7701FDE209D7}"/>
          </ac:picMkLst>
        </pc:picChg>
      </pc:sldChg>
      <pc:sldChg chg="addSp delSp modSp new mod">
        <pc:chgData name="Gulvik, Christopher (CDC/NCEZID/DHCPP/BSPB)" userId="1e17a259-098e-4b6c-aed1-09b9290c5525" providerId="ADAL" clId="{271827B2-C3AD-4860-961A-B54835A9F77B}" dt="2025-12-15T20:55:10.979" v="770" actId="14100"/>
        <pc:sldMkLst>
          <pc:docMk/>
          <pc:sldMk cId="1732437906" sldId="279"/>
        </pc:sldMkLst>
        <pc:spChg chg="mod">
          <ac:chgData name="Gulvik, Christopher (CDC/NCEZID/DHCPP/BSPB)" userId="1e17a259-098e-4b6c-aed1-09b9290c5525" providerId="ADAL" clId="{271827B2-C3AD-4860-961A-B54835A9F77B}" dt="2025-12-15T20:52:40.384" v="763" actId="114"/>
          <ac:spMkLst>
            <pc:docMk/>
            <pc:sldMk cId="1732437906" sldId="279"/>
            <ac:spMk id="2" creationId="{28487305-4C31-0794-394C-B4494F058C25}"/>
          </ac:spMkLst>
        </pc:spChg>
        <pc:spChg chg="mod">
          <ac:chgData name="Gulvik, Christopher (CDC/NCEZID/DHCPP/BSPB)" userId="1e17a259-098e-4b6c-aed1-09b9290c5525" providerId="ADAL" clId="{271827B2-C3AD-4860-961A-B54835A9F77B}" dt="2025-12-15T20:53:24.229" v="765" actId="20577"/>
          <ac:spMkLst>
            <pc:docMk/>
            <pc:sldMk cId="1732437906" sldId="279"/>
            <ac:spMk id="3" creationId="{614301B6-81B3-0211-E2BD-C7A3E9C852CB}"/>
          </ac:spMkLst>
        </pc:spChg>
        <pc:picChg chg="add">
          <ac:chgData name="Gulvik, Christopher (CDC/NCEZID/DHCPP/BSPB)" userId="1e17a259-098e-4b6c-aed1-09b9290c5525" providerId="ADAL" clId="{271827B2-C3AD-4860-961A-B54835A9F77B}" dt="2025-12-15T20:54:39.009" v="767" actId="22"/>
          <ac:picMkLst>
            <pc:docMk/>
            <pc:sldMk cId="1732437906" sldId="279"/>
            <ac:picMk id="7" creationId="{FB9395CF-91A1-59D5-8DCB-63BA294AF632}"/>
          </ac:picMkLst>
        </pc:picChg>
        <pc:picChg chg="add mod">
          <ac:chgData name="Gulvik, Christopher (CDC/NCEZID/DHCPP/BSPB)" userId="1e17a259-098e-4b6c-aed1-09b9290c5525" providerId="ADAL" clId="{271827B2-C3AD-4860-961A-B54835A9F77B}" dt="2025-12-15T20:55:10.979" v="770" actId="14100"/>
          <ac:picMkLst>
            <pc:docMk/>
            <pc:sldMk cId="1732437906" sldId="279"/>
            <ac:picMk id="9" creationId="{9E098ADC-CD13-3836-A0A0-E7D4813A1318}"/>
          </ac:picMkLst>
        </pc:picChg>
      </pc:sldChg>
      <pc:sldChg chg="modSp new mod">
        <pc:chgData name="Gulvik, Christopher (CDC/NCEZID/DHCPP/BSPB)" userId="1e17a259-098e-4b6c-aed1-09b9290c5525" providerId="ADAL" clId="{271827B2-C3AD-4860-961A-B54835A9F77B}" dt="2025-12-15T21:00:56.646" v="804" actId="20577"/>
        <pc:sldMkLst>
          <pc:docMk/>
          <pc:sldMk cId="1811208917" sldId="280"/>
        </pc:sldMkLst>
        <pc:spChg chg="mod">
          <ac:chgData name="Gulvik, Christopher (CDC/NCEZID/DHCPP/BSPB)" userId="1e17a259-098e-4b6c-aed1-09b9290c5525" providerId="ADAL" clId="{271827B2-C3AD-4860-961A-B54835A9F77B}" dt="2025-12-15T20:58:36.623" v="783" actId="20577"/>
          <ac:spMkLst>
            <pc:docMk/>
            <pc:sldMk cId="1811208917" sldId="280"/>
            <ac:spMk id="2" creationId="{89321A07-7DE7-6CDA-DBB8-EE6A0A596E78}"/>
          </ac:spMkLst>
        </pc:spChg>
        <pc:spChg chg="mod">
          <ac:chgData name="Gulvik, Christopher (CDC/NCEZID/DHCPP/BSPB)" userId="1e17a259-098e-4b6c-aed1-09b9290c5525" providerId="ADAL" clId="{271827B2-C3AD-4860-961A-B54835A9F77B}" dt="2025-12-15T21:00:56.646" v="804" actId="20577"/>
          <ac:spMkLst>
            <pc:docMk/>
            <pc:sldMk cId="1811208917" sldId="280"/>
            <ac:spMk id="3" creationId="{FCFA79FA-C936-F36E-418E-214DB77901F1}"/>
          </ac:spMkLst>
        </pc:spChg>
      </pc:sldChg>
      <pc:sldChg chg="modSp new mod">
        <pc:chgData name="Gulvik, Christopher (CDC/NCEZID/DHCPP/BSPB)" userId="1e17a259-098e-4b6c-aed1-09b9290c5525" providerId="ADAL" clId="{271827B2-C3AD-4860-961A-B54835A9F77B}" dt="2025-12-15T21:03:36.405" v="830" actId="27636"/>
        <pc:sldMkLst>
          <pc:docMk/>
          <pc:sldMk cId="595056442" sldId="281"/>
        </pc:sldMkLst>
        <pc:spChg chg="mod">
          <ac:chgData name="Gulvik, Christopher (CDC/NCEZID/DHCPP/BSPB)" userId="1e17a259-098e-4b6c-aed1-09b9290c5525" providerId="ADAL" clId="{271827B2-C3AD-4860-961A-B54835A9F77B}" dt="2025-12-15T21:01:53.995" v="807"/>
          <ac:spMkLst>
            <pc:docMk/>
            <pc:sldMk cId="595056442" sldId="281"/>
            <ac:spMk id="2" creationId="{16B2B457-06A6-81DA-5780-9148FC4C2D75}"/>
          </ac:spMkLst>
        </pc:spChg>
        <pc:spChg chg="mod">
          <ac:chgData name="Gulvik, Christopher (CDC/NCEZID/DHCPP/BSPB)" userId="1e17a259-098e-4b6c-aed1-09b9290c5525" providerId="ADAL" clId="{271827B2-C3AD-4860-961A-B54835A9F77B}" dt="2025-12-15T21:03:36.405" v="830" actId="27636"/>
          <ac:spMkLst>
            <pc:docMk/>
            <pc:sldMk cId="595056442" sldId="281"/>
            <ac:spMk id="3" creationId="{4C715A0D-83DC-4131-B7E5-84DD0FDD72D7}"/>
          </ac:spMkLst>
        </pc:spChg>
      </pc:sldChg>
      <pc:sldChg chg="addSp delSp modSp new mod">
        <pc:chgData name="Gulvik, Christopher (CDC/NCEZID/DHCPP/BSPB)" userId="1e17a259-098e-4b6c-aed1-09b9290c5525" providerId="ADAL" clId="{271827B2-C3AD-4860-961A-B54835A9F77B}" dt="2025-12-19T20:03:20.289" v="904" actId="1076"/>
        <pc:sldMkLst>
          <pc:docMk/>
          <pc:sldMk cId="2369193027" sldId="282"/>
        </pc:sldMkLst>
        <pc:spChg chg="mod">
          <ac:chgData name="Gulvik, Christopher (CDC/NCEZID/DHCPP/BSPB)" userId="1e17a259-098e-4b6c-aed1-09b9290c5525" providerId="ADAL" clId="{271827B2-C3AD-4860-961A-B54835A9F77B}" dt="2025-12-19T19:29:09.135" v="842"/>
          <ac:spMkLst>
            <pc:docMk/>
            <pc:sldMk cId="2369193027" sldId="282"/>
            <ac:spMk id="2" creationId="{766E50A6-18CF-8A3F-4FBA-23B53F70A347}"/>
          </ac:spMkLst>
        </pc:spChg>
        <pc:picChg chg="add mod">
          <ac:chgData name="Gulvik, Christopher (CDC/NCEZID/DHCPP/BSPB)" userId="1e17a259-098e-4b6c-aed1-09b9290c5525" providerId="ADAL" clId="{271827B2-C3AD-4860-961A-B54835A9F77B}" dt="2025-12-19T20:03:17.379" v="903" actId="1076"/>
          <ac:picMkLst>
            <pc:docMk/>
            <pc:sldMk cId="2369193027" sldId="282"/>
            <ac:picMk id="13" creationId="{91DE1279-F040-7774-1C52-185C59154B45}"/>
          </ac:picMkLst>
        </pc:picChg>
        <pc:picChg chg="add mod">
          <ac:chgData name="Gulvik, Christopher (CDC/NCEZID/DHCPP/BSPB)" userId="1e17a259-098e-4b6c-aed1-09b9290c5525" providerId="ADAL" clId="{271827B2-C3AD-4860-961A-B54835A9F77B}" dt="2025-12-19T20:03:20.289" v="904" actId="1076"/>
          <ac:picMkLst>
            <pc:docMk/>
            <pc:sldMk cId="2369193027" sldId="282"/>
            <ac:picMk id="15" creationId="{CE4B0739-B3FF-2AD3-E432-645B709528C2}"/>
          </ac:picMkLst>
        </pc:picChg>
        <pc:picChg chg="add mod">
          <ac:chgData name="Gulvik, Christopher (CDC/NCEZID/DHCPP/BSPB)" userId="1e17a259-098e-4b6c-aed1-09b9290c5525" providerId="ADAL" clId="{271827B2-C3AD-4860-961A-B54835A9F77B}" dt="2025-12-19T20:03:20.289" v="904" actId="1076"/>
          <ac:picMkLst>
            <pc:docMk/>
            <pc:sldMk cId="2369193027" sldId="282"/>
            <ac:picMk id="17" creationId="{6F3B7E46-1AE9-B890-3D76-295187DC7D77}"/>
          </ac:picMkLst>
        </pc:picChg>
      </pc:sldChg>
      <pc:sldChg chg="addSp delSp modSp new mod">
        <pc:chgData name="Gulvik, Christopher (CDC/NCEZID/DHCPP/BSPB)" userId="1e17a259-098e-4b6c-aed1-09b9290c5525" providerId="ADAL" clId="{271827B2-C3AD-4860-961A-B54835A9F77B}" dt="2025-12-19T19:44:04.244" v="873" actId="1035"/>
        <pc:sldMkLst>
          <pc:docMk/>
          <pc:sldMk cId="2294718832" sldId="283"/>
        </pc:sldMkLst>
        <pc:spChg chg="mod">
          <ac:chgData name="Gulvik, Christopher (CDC/NCEZID/DHCPP/BSPB)" userId="1e17a259-098e-4b6c-aed1-09b9290c5525" providerId="ADAL" clId="{271827B2-C3AD-4860-961A-B54835A9F77B}" dt="2025-12-19T19:29:11.345" v="844"/>
          <ac:spMkLst>
            <pc:docMk/>
            <pc:sldMk cId="2294718832" sldId="283"/>
            <ac:spMk id="2" creationId="{3479493E-C87D-CDC0-9722-DB7CBDC8B586}"/>
          </ac:spMkLst>
        </pc:spChg>
        <pc:picChg chg="add mod ord">
          <ac:chgData name="Gulvik, Christopher (CDC/NCEZID/DHCPP/BSPB)" userId="1e17a259-098e-4b6c-aed1-09b9290c5525" providerId="ADAL" clId="{271827B2-C3AD-4860-961A-B54835A9F77B}" dt="2025-12-19T19:43:23.564" v="860" actId="14100"/>
          <ac:picMkLst>
            <pc:docMk/>
            <pc:sldMk cId="2294718832" sldId="283"/>
            <ac:picMk id="5" creationId="{659FD228-0F95-06C4-BEA4-71CC606985D2}"/>
          </ac:picMkLst>
        </pc:picChg>
        <pc:picChg chg="add mod">
          <ac:chgData name="Gulvik, Christopher (CDC/NCEZID/DHCPP/BSPB)" userId="1e17a259-098e-4b6c-aed1-09b9290c5525" providerId="ADAL" clId="{271827B2-C3AD-4860-961A-B54835A9F77B}" dt="2025-12-19T19:44:04.244" v="873" actId="1035"/>
          <ac:picMkLst>
            <pc:docMk/>
            <pc:sldMk cId="2294718832" sldId="283"/>
            <ac:picMk id="7" creationId="{98E078F9-3EE8-CBA5-349D-C91D6DEB422C}"/>
          </ac:picMkLst>
        </pc:picChg>
        <pc:picChg chg="add mod">
          <ac:chgData name="Gulvik, Christopher (CDC/NCEZID/DHCPP/BSPB)" userId="1e17a259-098e-4b6c-aed1-09b9290c5525" providerId="ADAL" clId="{271827B2-C3AD-4860-961A-B54835A9F77B}" dt="2025-12-19T19:44:04.244" v="873" actId="1035"/>
          <ac:picMkLst>
            <pc:docMk/>
            <pc:sldMk cId="2294718832" sldId="283"/>
            <ac:picMk id="9" creationId="{485931C8-E099-8D55-E9DA-5354635CD1E8}"/>
          </ac:picMkLst>
        </pc:picChg>
      </pc:sldChg>
      <pc:sldChg chg="addSp delSp modSp new mod">
        <pc:chgData name="Gulvik, Christopher (CDC/NCEZID/DHCPP/BSPB)" userId="1e17a259-098e-4b6c-aed1-09b9290c5525" providerId="ADAL" clId="{271827B2-C3AD-4860-961A-B54835A9F77B}" dt="2025-12-19T19:54:53.539" v="882" actId="14100"/>
        <pc:sldMkLst>
          <pc:docMk/>
          <pc:sldMk cId="987583986" sldId="284"/>
        </pc:sldMkLst>
        <pc:spChg chg="mod">
          <ac:chgData name="Gulvik, Christopher (CDC/NCEZID/DHCPP/BSPB)" userId="1e17a259-098e-4b6c-aed1-09b9290c5525" providerId="ADAL" clId="{271827B2-C3AD-4860-961A-B54835A9F77B}" dt="2025-12-19T19:29:13.028" v="846"/>
          <ac:spMkLst>
            <pc:docMk/>
            <pc:sldMk cId="987583986" sldId="284"/>
            <ac:spMk id="2" creationId="{8D9F7904-B3B4-5232-9A0B-2484E58AE38F}"/>
          </ac:spMkLst>
        </pc:spChg>
        <pc:picChg chg="add mod ord">
          <ac:chgData name="Gulvik, Christopher (CDC/NCEZID/DHCPP/BSPB)" userId="1e17a259-098e-4b6c-aed1-09b9290c5525" providerId="ADAL" clId="{271827B2-C3AD-4860-961A-B54835A9F77B}" dt="2025-12-19T19:53:37.636" v="875" actId="1076"/>
          <ac:picMkLst>
            <pc:docMk/>
            <pc:sldMk cId="987583986" sldId="284"/>
            <ac:picMk id="5" creationId="{4204F81B-512E-7AEC-032F-022B18529896}"/>
          </ac:picMkLst>
        </pc:picChg>
        <pc:picChg chg="add mod">
          <ac:chgData name="Gulvik, Christopher (CDC/NCEZID/DHCPP/BSPB)" userId="1e17a259-098e-4b6c-aed1-09b9290c5525" providerId="ADAL" clId="{271827B2-C3AD-4860-961A-B54835A9F77B}" dt="2025-12-19T19:54:12.277" v="877" actId="1076"/>
          <ac:picMkLst>
            <pc:docMk/>
            <pc:sldMk cId="987583986" sldId="284"/>
            <ac:picMk id="7" creationId="{82C9C3C5-C685-F620-AD90-642D9D9D089E}"/>
          </ac:picMkLst>
        </pc:picChg>
        <pc:picChg chg="add mod">
          <ac:chgData name="Gulvik, Christopher (CDC/NCEZID/DHCPP/BSPB)" userId="1e17a259-098e-4b6c-aed1-09b9290c5525" providerId="ADAL" clId="{271827B2-C3AD-4860-961A-B54835A9F77B}" dt="2025-12-19T19:54:53.539" v="882" actId="14100"/>
          <ac:picMkLst>
            <pc:docMk/>
            <pc:sldMk cId="987583986" sldId="284"/>
            <ac:picMk id="9" creationId="{BFFDD36F-68FF-EC17-887E-515E4BDB2653}"/>
          </ac:picMkLst>
        </pc:picChg>
      </pc:sldChg>
      <pc:sldChg chg="addSp modSp new mod">
        <pc:chgData name="Gulvik, Christopher (CDC/NCEZID/DHCPP/BSPB)" userId="1e17a259-098e-4b6c-aed1-09b9290c5525" providerId="ADAL" clId="{271827B2-C3AD-4860-961A-B54835A9F77B}" dt="2025-12-19T20:07:38.691" v="924" actId="1076"/>
        <pc:sldMkLst>
          <pc:docMk/>
          <pc:sldMk cId="875138066" sldId="285"/>
        </pc:sldMkLst>
        <pc:spChg chg="mod">
          <ac:chgData name="Gulvik, Christopher (CDC/NCEZID/DHCPP/BSPB)" userId="1e17a259-098e-4b6c-aed1-09b9290c5525" providerId="ADAL" clId="{271827B2-C3AD-4860-961A-B54835A9F77B}" dt="2025-12-19T20:05:55.479" v="912" actId="20577"/>
          <ac:spMkLst>
            <pc:docMk/>
            <pc:sldMk cId="875138066" sldId="285"/>
            <ac:spMk id="2" creationId="{820C00AF-70CF-DBB7-8907-3E8E74968B1D}"/>
          </ac:spMkLst>
        </pc:spChg>
        <pc:spChg chg="mod">
          <ac:chgData name="Gulvik, Christopher (CDC/NCEZID/DHCPP/BSPB)" userId="1e17a259-098e-4b6c-aed1-09b9290c5525" providerId="ADAL" clId="{271827B2-C3AD-4860-961A-B54835A9F77B}" dt="2025-12-19T20:06:41.700" v="918" actId="20577"/>
          <ac:spMkLst>
            <pc:docMk/>
            <pc:sldMk cId="875138066" sldId="285"/>
            <ac:spMk id="3" creationId="{C1339A71-04E9-46C5-BB46-C4DDABD6108D}"/>
          </ac:spMkLst>
        </pc:spChg>
        <pc:spChg chg="add mod">
          <ac:chgData name="Gulvik, Christopher (CDC/NCEZID/DHCPP/BSPB)" userId="1e17a259-098e-4b6c-aed1-09b9290c5525" providerId="ADAL" clId="{271827B2-C3AD-4860-961A-B54835A9F77B}" dt="2025-12-19T20:07:38.691" v="924" actId="1076"/>
          <ac:spMkLst>
            <pc:docMk/>
            <pc:sldMk cId="875138066" sldId="285"/>
            <ac:spMk id="7" creationId="{EACE8F77-C77F-D477-84F6-1AC1ED25934B}"/>
          </ac:spMkLst>
        </pc:spChg>
        <pc:picChg chg="add mod">
          <ac:chgData name="Gulvik, Christopher (CDC/NCEZID/DHCPP/BSPB)" userId="1e17a259-098e-4b6c-aed1-09b9290c5525" providerId="ADAL" clId="{271827B2-C3AD-4860-961A-B54835A9F77B}" dt="2025-12-19T20:07:30.713" v="922" actId="1076"/>
          <ac:picMkLst>
            <pc:docMk/>
            <pc:sldMk cId="875138066" sldId="285"/>
            <ac:picMk id="5" creationId="{4F6AF533-D1C2-6849-5C65-1E8860792183}"/>
          </ac:picMkLst>
        </pc:picChg>
      </pc:sldChg>
      <pc:sldChg chg="addSp delSp modSp new mod">
        <pc:chgData name="Gulvik, Christopher (CDC/NCEZID/DHCPP/BSPB)" userId="1e17a259-098e-4b6c-aed1-09b9290c5525" providerId="ADAL" clId="{271827B2-C3AD-4860-961A-B54835A9F77B}" dt="2025-12-19T20:57:28.576" v="961" actId="20577"/>
        <pc:sldMkLst>
          <pc:docMk/>
          <pc:sldMk cId="2324174293" sldId="286"/>
        </pc:sldMkLst>
        <pc:spChg chg="mod">
          <ac:chgData name="Gulvik, Christopher (CDC/NCEZID/DHCPP/BSPB)" userId="1e17a259-098e-4b6c-aed1-09b9290c5525" providerId="ADAL" clId="{271827B2-C3AD-4860-961A-B54835A9F77B}" dt="2025-12-19T20:07:46.850" v="925"/>
          <ac:spMkLst>
            <pc:docMk/>
            <pc:sldMk cId="2324174293" sldId="286"/>
            <ac:spMk id="2" creationId="{2E82AFB8-6127-33D4-4B75-D0D0FEACB7C5}"/>
          </ac:spMkLst>
        </pc:spChg>
        <pc:spChg chg="add mod">
          <ac:chgData name="Gulvik, Christopher (CDC/NCEZID/DHCPP/BSPB)" userId="1e17a259-098e-4b6c-aed1-09b9290c5525" providerId="ADAL" clId="{271827B2-C3AD-4860-961A-B54835A9F77B}" dt="2025-12-19T20:57:28.576" v="961" actId="20577"/>
          <ac:spMkLst>
            <pc:docMk/>
            <pc:sldMk cId="2324174293" sldId="286"/>
            <ac:spMk id="11" creationId="{4BF7A2D8-8DF4-2165-FB30-737711AD48DC}"/>
          </ac:spMkLst>
        </pc:spChg>
        <pc:picChg chg="add mod ord">
          <ac:chgData name="Gulvik, Christopher (CDC/NCEZID/DHCPP/BSPB)" userId="1e17a259-098e-4b6c-aed1-09b9290c5525" providerId="ADAL" clId="{271827B2-C3AD-4860-961A-B54835A9F77B}" dt="2025-12-19T20:56:07.770" v="940" actId="14100"/>
          <ac:picMkLst>
            <pc:docMk/>
            <pc:sldMk cId="2324174293" sldId="286"/>
            <ac:picMk id="5" creationId="{43CAAD57-14C8-26CF-650C-8458F23268AE}"/>
          </ac:picMkLst>
        </pc:picChg>
        <pc:picChg chg="add mod">
          <ac:chgData name="Gulvik, Christopher (CDC/NCEZID/DHCPP/BSPB)" userId="1e17a259-098e-4b6c-aed1-09b9290c5525" providerId="ADAL" clId="{271827B2-C3AD-4860-961A-B54835A9F77B}" dt="2025-12-19T20:56:04.763" v="939" actId="1076"/>
          <ac:picMkLst>
            <pc:docMk/>
            <pc:sldMk cId="2324174293" sldId="286"/>
            <ac:picMk id="7" creationId="{ABFA85B9-B3C2-9D67-67A7-F3A8E850CECF}"/>
          </ac:picMkLst>
        </pc:picChg>
        <pc:picChg chg="add mod">
          <ac:chgData name="Gulvik, Christopher (CDC/NCEZID/DHCPP/BSPB)" userId="1e17a259-098e-4b6c-aed1-09b9290c5525" providerId="ADAL" clId="{271827B2-C3AD-4860-961A-B54835A9F77B}" dt="2025-12-19T20:56:22.925" v="944" actId="1035"/>
          <ac:picMkLst>
            <pc:docMk/>
            <pc:sldMk cId="2324174293" sldId="286"/>
            <ac:picMk id="9" creationId="{F47BD109-1B87-8455-9BB6-4E9441607878}"/>
          </ac:picMkLst>
        </pc:picChg>
      </pc:sldChg>
      <pc:sldChg chg="modSp new mod">
        <pc:chgData name="Gulvik, Christopher (CDC/NCEZID/DHCPP/BSPB)" userId="1e17a259-098e-4b6c-aed1-09b9290c5525" providerId="ADAL" clId="{271827B2-C3AD-4860-961A-B54835A9F77B}" dt="2025-12-29T13:01:15.564" v="997" actId="114"/>
        <pc:sldMkLst>
          <pc:docMk/>
          <pc:sldMk cId="731035674" sldId="287"/>
        </pc:sldMkLst>
        <pc:spChg chg="mod">
          <ac:chgData name="Gulvik, Christopher (CDC/NCEZID/DHCPP/BSPB)" userId="1e17a259-098e-4b6c-aed1-09b9290c5525" providerId="ADAL" clId="{271827B2-C3AD-4860-961A-B54835A9F77B}" dt="2025-12-19T20:58:39.386" v="970" actId="20577"/>
          <ac:spMkLst>
            <pc:docMk/>
            <pc:sldMk cId="731035674" sldId="287"/>
            <ac:spMk id="2" creationId="{10B5E93D-828C-68AA-7345-6183FFC81AB8}"/>
          </ac:spMkLst>
        </pc:spChg>
        <pc:spChg chg="mod">
          <ac:chgData name="Gulvik, Christopher (CDC/NCEZID/DHCPP/BSPB)" userId="1e17a259-098e-4b6c-aed1-09b9290c5525" providerId="ADAL" clId="{271827B2-C3AD-4860-961A-B54835A9F77B}" dt="2025-12-29T13:01:15.564" v="997" actId="114"/>
          <ac:spMkLst>
            <pc:docMk/>
            <pc:sldMk cId="731035674" sldId="287"/>
            <ac:spMk id="3" creationId="{8CC4014B-D1CA-7DA7-5E4F-89C084F166CB}"/>
          </ac:spMkLst>
        </pc:spChg>
      </pc:sldChg>
      <pc:sldChg chg="modSp new mod">
        <pc:chgData name="Gulvik, Christopher (CDC/NCEZID/DHCPP/BSPB)" userId="1e17a259-098e-4b6c-aed1-09b9290c5525" providerId="ADAL" clId="{271827B2-C3AD-4860-961A-B54835A9F77B}" dt="2025-12-29T13:08:38.280" v="1075" actId="20577"/>
        <pc:sldMkLst>
          <pc:docMk/>
          <pc:sldMk cId="1277656678" sldId="288"/>
        </pc:sldMkLst>
        <pc:spChg chg="mod">
          <ac:chgData name="Gulvik, Christopher (CDC/NCEZID/DHCPP/BSPB)" userId="1e17a259-098e-4b6c-aed1-09b9290c5525" providerId="ADAL" clId="{271827B2-C3AD-4860-961A-B54835A9F77B}" dt="2025-12-29T13:04:21.240" v="1008" actId="20577"/>
          <ac:spMkLst>
            <pc:docMk/>
            <pc:sldMk cId="1277656678" sldId="288"/>
            <ac:spMk id="2" creationId="{7006F00A-E30B-F107-5A2D-49E861D9A75F}"/>
          </ac:spMkLst>
        </pc:spChg>
        <pc:spChg chg="mod">
          <ac:chgData name="Gulvik, Christopher (CDC/NCEZID/DHCPP/BSPB)" userId="1e17a259-098e-4b6c-aed1-09b9290c5525" providerId="ADAL" clId="{271827B2-C3AD-4860-961A-B54835A9F77B}" dt="2025-12-29T13:08:38.280" v="1075" actId="20577"/>
          <ac:spMkLst>
            <pc:docMk/>
            <pc:sldMk cId="1277656678" sldId="288"/>
            <ac:spMk id="3" creationId="{2529E79D-AF2B-B926-68A3-629138138CCB}"/>
          </ac:spMkLst>
        </pc:spChg>
      </pc:sldChg>
      <pc:sldChg chg="addSp delSp modSp add mod">
        <pc:chgData name="Gulvik, Christopher (CDC/NCEZID/DHCPP/BSPB)" userId="1e17a259-098e-4b6c-aed1-09b9290c5525" providerId="ADAL" clId="{271827B2-C3AD-4860-961A-B54835A9F77B}" dt="2025-12-29T13:07:54.858" v="1054" actId="14100"/>
        <pc:sldMkLst>
          <pc:docMk/>
          <pc:sldMk cId="1315243383" sldId="289"/>
        </pc:sldMkLst>
        <pc:spChg chg="del mod">
          <ac:chgData name="Gulvik, Christopher (CDC/NCEZID/DHCPP/BSPB)" userId="1e17a259-098e-4b6c-aed1-09b9290c5525" providerId="ADAL" clId="{271827B2-C3AD-4860-961A-B54835A9F77B}" dt="2025-12-29T13:07:52.117" v="1053" actId="22"/>
          <ac:spMkLst>
            <pc:docMk/>
            <pc:sldMk cId="1315243383" sldId="289"/>
            <ac:spMk id="3" creationId="{70E02DFE-E873-A2A7-68A1-721ADF92745D}"/>
          </ac:spMkLst>
        </pc:spChg>
        <pc:picChg chg="add mod ord">
          <ac:chgData name="Gulvik, Christopher (CDC/NCEZID/DHCPP/BSPB)" userId="1e17a259-098e-4b6c-aed1-09b9290c5525" providerId="ADAL" clId="{271827B2-C3AD-4860-961A-B54835A9F77B}" dt="2025-12-29T13:07:54.858" v="1054" actId="14100"/>
          <ac:picMkLst>
            <pc:docMk/>
            <pc:sldMk cId="1315243383" sldId="289"/>
            <ac:picMk id="5" creationId="{C1B2FB8C-0A0A-A980-CECE-0DDC5943FE9A}"/>
          </ac:picMkLst>
        </pc:picChg>
      </pc:sldChg>
      <pc:sldChg chg="modSp new mod">
        <pc:chgData name="Gulvik, Christopher (CDC/NCEZID/DHCPP/BSPB)" userId="1e17a259-098e-4b6c-aed1-09b9290c5525" providerId="ADAL" clId="{271827B2-C3AD-4860-961A-B54835A9F77B}" dt="2025-12-29T13:14:04.075" v="1094" actId="114"/>
        <pc:sldMkLst>
          <pc:docMk/>
          <pc:sldMk cId="2766439501" sldId="290"/>
        </pc:sldMkLst>
        <pc:spChg chg="mod">
          <ac:chgData name="Gulvik, Christopher (CDC/NCEZID/DHCPP/BSPB)" userId="1e17a259-098e-4b6c-aed1-09b9290c5525" providerId="ADAL" clId="{271827B2-C3AD-4860-961A-B54835A9F77B}" dt="2025-12-29T13:12:27.943" v="1089" actId="20577"/>
          <ac:spMkLst>
            <pc:docMk/>
            <pc:sldMk cId="2766439501" sldId="290"/>
            <ac:spMk id="2" creationId="{414AE7D7-4D92-4BF6-DF1B-A6BBBCF77FA1}"/>
          </ac:spMkLst>
        </pc:spChg>
        <pc:spChg chg="mod">
          <ac:chgData name="Gulvik, Christopher (CDC/NCEZID/DHCPP/BSPB)" userId="1e17a259-098e-4b6c-aed1-09b9290c5525" providerId="ADAL" clId="{271827B2-C3AD-4860-961A-B54835A9F77B}" dt="2025-12-29T13:14:04.075" v="1094" actId="114"/>
          <ac:spMkLst>
            <pc:docMk/>
            <pc:sldMk cId="2766439501" sldId="290"/>
            <ac:spMk id="3" creationId="{1B0C91A2-0E3B-AB33-DB62-1E4E9C676126}"/>
          </ac:spMkLst>
        </pc:spChg>
      </pc:sldChg>
      <pc:sldChg chg="add">
        <pc:chgData name="Gulvik, Christopher (CDC/NCEZID/DHCPP/BSPB)" userId="1e17a259-098e-4b6c-aed1-09b9290c5525" providerId="ADAL" clId="{271827B2-C3AD-4860-961A-B54835A9F77B}" dt="2025-12-29T13:14:16.606" v="1095"/>
        <pc:sldMkLst>
          <pc:docMk/>
          <pc:sldMk cId="1197533285" sldId="291"/>
        </pc:sldMkLst>
      </pc:sldChg>
      <pc:sldChg chg="addSp delSp modSp new mod">
        <pc:chgData name="Gulvik, Christopher (CDC/NCEZID/DHCPP/BSPB)" userId="1e17a259-098e-4b6c-aed1-09b9290c5525" providerId="ADAL" clId="{271827B2-C3AD-4860-961A-B54835A9F77B}" dt="2025-12-29T13:23:48.166" v="1139" actId="14100"/>
        <pc:sldMkLst>
          <pc:docMk/>
          <pc:sldMk cId="795813906" sldId="292"/>
        </pc:sldMkLst>
        <pc:spChg chg="mod">
          <ac:chgData name="Gulvik, Christopher (CDC/NCEZID/DHCPP/BSPB)" userId="1e17a259-098e-4b6c-aed1-09b9290c5525" providerId="ADAL" clId="{271827B2-C3AD-4860-961A-B54835A9F77B}" dt="2025-12-29T13:22:12.331" v="1132"/>
          <ac:spMkLst>
            <pc:docMk/>
            <pc:sldMk cId="795813906" sldId="292"/>
            <ac:spMk id="2" creationId="{953126DE-DE78-CF69-78B8-2973EC8EA5D9}"/>
          </ac:spMkLst>
        </pc:spChg>
        <pc:spChg chg="del">
          <ac:chgData name="Gulvik, Christopher (CDC/NCEZID/DHCPP/BSPB)" userId="1e17a259-098e-4b6c-aed1-09b9290c5525" providerId="ADAL" clId="{271827B2-C3AD-4860-961A-B54835A9F77B}" dt="2025-12-29T13:22:00.897" v="1097" actId="22"/>
          <ac:spMkLst>
            <pc:docMk/>
            <pc:sldMk cId="795813906" sldId="292"/>
            <ac:spMk id="3" creationId="{9400E984-CB9E-2704-5AB0-C70A0335F453}"/>
          </ac:spMkLst>
        </pc:spChg>
        <pc:picChg chg="add mod ord">
          <ac:chgData name="Gulvik, Christopher (CDC/NCEZID/DHCPP/BSPB)" userId="1e17a259-098e-4b6c-aed1-09b9290c5525" providerId="ADAL" clId="{271827B2-C3AD-4860-961A-B54835A9F77B}" dt="2025-12-29T13:23:14.667" v="1133" actId="14100"/>
          <ac:picMkLst>
            <pc:docMk/>
            <pc:sldMk cId="795813906" sldId="292"/>
            <ac:picMk id="5" creationId="{ACE09BED-6B3A-4CF6-606B-B4D078B80A11}"/>
          </ac:picMkLst>
        </pc:picChg>
        <pc:picChg chg="add mod">
          <ac:chgData name="Gulvik, Christopher (CDC/NCEZID/DHCPP/BSPB)" userId="1e17a259-098e-4b6c-aed1-09b9290c5525" providerId="ADAL" clId="{271827B2-C3AD-4860-961A-B54835A9F77B}" dt="2025-12-29T13:23:19.946" v="1135" actId="1076"/>
          <ac:picMkLst>
            <pc:docMk/>
            <pc:sldMk cId="795813906" sldId="292"/>
            <ac:picMk id="7" creationId="{5E2DBFD5-CF1E-CB6B-176A-58975824031B}"/>
          </ac:picMkLst>
        </pc:picChg>
        <pc:picChg chg="add mod">
          <ac:chgData name="Gulvik, Christopher (CDC/NCEZID/DHCPP/BSPB)" userId="1e17a259-098e-4b6c-aed1-09b9290c5525" providerId="ADAL" clId="{271827B2-C3AD-4860-961A-B54835A9F77B}" dt="2025-12-29T13:23:48.166" v="1139" actId="14100"/>
          <ac:picMkLst>
            <pc:docMk/>
            <pc:sldMk cId="795813906" sldId="292"/>
            <ac:picMk id="9" creationId="{246B4656-C41B-D518-0CDC-F93546FD88D9}"/>
          </ac:picMkLst>
        </pc:picChg>
      </pc:sldChg>
      <pc:sldChg chg="modSp new mod">
        <pc:chgData name="Gulvik, Christopher (CDC/NCEZID/DHCPP/BSPB)" userId="1e17a259-098e-4b6c-aed1-09b9290c5525" providerId="ADAL" clId="{271827B2-C3AD-4860-961A-B54835A9F77B}" dt="2025-12-29T19:06:45.510" v="1541" actId="6549"/>
        <pc:sldMkLst>
          <pc:docMk/>
          <pc:sldMk cId="521115613" sldId="293"/>
        </pc:sldMkLst>
        <pc:spChg chg="mod">
          <ac:chgData name="Gulvik, Christopher (CDC/NCEZID/DHCPP/BSPB)" userId="1e17a259-098e-4b6c-aed1-09b9290c5525" providerId="ADAL" clId="{271827B2-C3AD-4860-961A-B54835A9F77B}" dt="2025-12-29T13:50:23.317" v="1150" actId="20577"/>
          <ac:spMkLst>
            <pc:docMk/>
            <pc:sldMk cId="521115613" sldId="293"/>
            <ac:spMk id="2" creationId="{27DD64A5-70F8-30C4-C58E-BF7BE1D8BA6B}"/>
          </ac:spMkLst>
        </pc:spChg>
        <pc:spChg chg="mod">
          <ac:chgData name="Gulvik, Christopher (CDC/NCEZID/DHCPP/BSPB)" userId="1e17a259-098e-4b6c-aed1-09b9290c5525" providerId="ADAL" clId="{271827B2-C3AD-4860-961A-B54835A9F77B}" dt="2025-12-29T19:06:45.510" v="1541" actId="6549"/>
          <ac:spMkLst>
            <pc:docMk/>
            <pc:sldMk cId="521115613" sldId="293"/>
            <ac:spMk id="3" creationId="{29F9912B-DD90-3E79-AF0A-F5F21AF857EE}"/>
          </ac:spMkLst>
        </pc:spChg>
      </pc:sldChg>
      <pc:sldChg chg="add">
        <pc:chgData name="Gulvik, Christopher (CDC/NCEZID/DHCPP/BSPB)" userId="1e17a259-098e-4b6c-aed1-09b9290c5525" providerId="ADAL" clId="{271827B2-C3AD-4860-961A-B54835A9F77B}" dt="2025-12-29T13:51:11.691" v="1174"/>
        <pc:sldMkLst>
          <pc:docMk/>
          <pc:sldMk cId="2584906275" sldId="294"/>
        </pc:sldMkLst>
      </pc:sldChg>
      <pc:sldChg chg="modSp new mod">
        <pc:chgData name="Gulvik, Christopher (CDC/NCEZID/DHCPP/BSPB)" userId="1e17a259-098e-4b6c-aed1-09b9290c5525" providerId="ADAL" clId="{271827B2-C3AD-4860-961A-B54835A9F77B}" dt="2025-12-29T13:55:49.814" v="1212" actId="20577"/>
        <pc:sldMkLst>
          <pc:docMk/>
          <pc:sldMk cId="3244231438" sldId="295"/>
        </pc:sldMkLst>
        <pc:spChg chg="mod">
          <ac:chgData name="Gulvik, Christopher (CDC/NCEZID/DHCPP/BSPB)" userId="1e17a259-098e-4b6c-aed1-09b9290c5525" providerId="ADAL" clId="{271827B2-C3AD-4860-961A-B54835A9F77B}" dt="2025-12-29T13:52:55.191" v="1181"/>
          <ac:spMkLst>
            <pc:docMk/>
            <pc:sldMk cId="3244231438" sldId="295"/>
            <ac:spMk id="2" creationId="{7100EAC2-E0DD-958B-E6AB-47072D0ECD7F}"/>
          </ac:spMkLst>
        </pc:spChg>
        <pc:spChg chg="mod">
          <ac:chgData name="Gulvik, Christopher (CDC/NCEZID/DHCPP/BSPB)" userId="1e17a259-098e-4b6c-aed1-09b9290c5525" providerId="ADAL" clId="{271827B2-C3AD-4860-961A-B54835A9F77B}" dt="2025-12-29T13:55:49.814" v="1212" actId="20577"/>
          <ac:spMkLst>
            <pc:docMk/>
            <pc:sldMk cId="3244231438" sldId="295"/>
            <ac:spMk id="3" creationId="{49FD8D84-27C3-CC32-0658-8D445955535F}"/>
          </ac:spMkLst>
        </pc:spChg>
      </pc:sldChg>
      <pc:sldChg chg="addSp delSp modSp new mod">
        <pc:chgData name="Gulvik, Christopher (CDC/NCEZID/DHCPP/BSPB)" userId="1e17a259-098e-4b6c-aed1-09b9290c5525" providerId="ADAL" clId="{271827B2-C3AD-4860-961A-B54835A9F77B}" dt="2025-12-29T14:03:07.029" v="1291" actId="1037"/>
        <pc:sldMkLst>
          <pc:docMk/>
          <pc:sldMk cId="2374527583" sldId="296"/>
        </pc:sldMkLst>
        <pc:spChg chg="mod">
          <ac:chgData name="Gulvik, Christopher (CDC/NCEZID/DHCPP/BSPB)" userId="1e17a259-098e-4b6c-aed1-09b9290c5525" providerId="ADAL" clId="{271827B2-C3AD-4860-961A-B54835A9F77B}" dt="2025-12-29T13:59:03.152" v="1214"/>
          <ac:spMkLst>
            <pc:docMk/>
            <pc:sldMk cId="2374527583" sldId="296"/>
            <ac:spMk id="2" creationId="{725D32FD-725C-B40B-1D41-A2D4063D6BFF}"/>
          </ac:spMkLst>
        </pc:spChg>
        <pc:spChg chg="del">
          <ac:chgData name="Gulvik, Christopher (CDC/NCEZID/DHCPP/BSPB)" userId="1e17a259-098e-4b6c-aed1-09b9290c5525" providerId="ADAL" clId="{271827B2-C3AD-4860-961A-B54835A9F77B}" dt="2025-12-29T13:59:32.384" v="1215" actId="22"/>
          <ac:spMkLst>
            <pc:docMk/>
            <pc:sldMk cId="2374527583" sldId="296"/>
            <ac:spMk id="3" creationId="{884573A0-3941-4F2A-F290-20E752D03A86}"/>
          </ac:spMkLst>
        </pc:spChg>
        <pc:picChg chg="add mod ord">
          <ac:chgData name="Gulvik, Christopher (CDC/NCEZID/DHCPP/BSPB)" userId="1e17a259-098e-4b6c-aed1-09b9290c5525" providerId="ADAL" clId="{271827B2-C3AD-4860-961A-B54835A9F77B}" dt="2025-12-29T14:03:07.029" v="1291" actId="1037"/>
          <ac:picMkLst>
            <pc:docMk/>
            <pc:sldMk cId="2374527583" sldId="296"/>
            <ac:picMk id="5" creationId="{739F1495-10B2-8986-3730-6E21938CF95A}"/>
          </ac:picMkLst>
        </pc:picChg>
        <pc:picChg chg="add mod">
          <ac:chgData name="Gulvik, Christopher (CDC/NCEZID/DHCPP/BSPB)" userId="1e17a259-098e-4b6c-aed1-09b9290c5525" providerId="ADAL" clId="{271827B2-C3AD-4860-961A-B54835A9F77B}" dt="2025-12-29T14:02:08.021" v="1255" actId="1036"/>
          <ac:picMkLst>
            <pc:docMk/>
            <pc:sldMk cId="2374527583" sldId="296"/>
            <ac:picMk id="7" creationId="{553C8983-307F-998F-224F-6BBC61D6622A}"/>
          </ac:picMkLst>
        </pc:picChg>
        <pc:picChg chg="add mod">
          <ac:chgData name="Gulvik, Christopher (CDC/NCEZID/DHCPP/BSPB)" userId="1e17a259-098e-4b6c-aed1-09b9290c5525" providerId="ADAL" clId="{271827B2-C3AD-4860-961A-B54835A9F77B}" dt="2025-12-29T14:02:08.021" v="1255" actId="1036"/>
          <ac:picMkLst>
            <pc:docMk/>
            <pc:sldMk cId="2374527583" sldId="296"/>
            <ac:picMk id="9" creationId="{9489FB4F-6B01-4596-80B1-4C1CC5D352CB}"/>
          </ac:picMkLst>
        </pc:picChg>
        <pc:picChg chg="add mod">
          <ac:chgData name="Gulvik, Christopher (CDC/NCEZID/DHCPP/BSPB)" userId="1e17a259-098e-4b6c-aed1-09b9290c5525" providerId="ADAL" clId="{271827B2-C3AD-4860-961A-B54835A9F77B}" dt="2025-12-29T14:02:35.984" v="1258" actId="14100"/>
          <ac:picMkLst>
            <pc:docMk/>
            <pc:sldMk cId="2374527583" sldId="296"/>
            <ac:picMk id="11" creationId="{22F73CFD-46E4-7003-A0A8-1C52427FE49D}"/>
          </ac:picMkLst>
        </pc:picChg>
        <pc:picChg chg="add mod">
          <ac:chgData name="Gulvik, Christopher (CDC/NCEZID/DHCPP/BSPB)" userId="1e17a259-098e-4b6c-aed1-09b9290c5525" providerId="ADAL" clId="{271827B2-C3AD-4860-961A-B54835A9F77B}" dt="2025-12-29T14:03:07.029" v="1291" actId="1037"/>
          <ac:picMkLst>
            <pc:docMk/>
            <pc:sldMk cId="2374527583" sldId="296"/>
            <ac:picMk id="13" creationId="{28E8F8EB-08D4-D49E-7738-8FF3D106F39E}"/>
          </ac:picMkLst>
        </pc:picChg>
      </pc:sldChg>
      <pc:sldChg chg="modSp new mod">
        <pc:chgData name="Gulvik, Christopher (CDC/NCEZID/DHCPP/BSPB)" userId="1e17a259-098e-4b6c-aed1-09b9290c5525" providerId="ADAL" clId="{271827B2-C3AD-4860-961A-B54835A9F77B}" dt="2025-12-29T19:04:57.112" v="1525" actId="20577"/>
        <pc:sldMkLst>
          <pc:docMk/>
          <pc:sldMk cId="1572317373" sldId="297"/>
        </pc:sldMkLst>
        <pc:spChg chg="mod">
          <ac:chgData name="Gulvik, Christopher (CDC/NCEZID/DHCPP/BSPB)" userId="1e17a259-098e-4b6c-aed1-09b9290c5525" providerId="ADAL" clId="{271827B2-C3AD-4860-961A-B54835A9F77B}" dt="2025-12-29T18:53:22.765" v="1345" actId="20577"/>
          <ac:spMkLst>
            <pc:docMk/>
            <pc:sldMk cId="1572317373" sldId="297"/>
            <ac:spMk id="2" creationId="{D7E91CD1-5D88-1010-0E23-948B3F759334}"/>
          </ac:spMkLst>
        </pc:spChg>
        <pc:spChg chg="mod">
          <ac:chgData name="Gulvik, Christopher (CDC/NCEZID/DHCPP/BSPB)" userId="1e17a259-098e-4b6c-aed1-09b9290c5525" providerId="ADAL" clId="{271827B2-C3AD-4860-961A-B54835A9F77B}" dt="2025-12-29T19:04:57.112" v="1525" actId="20577"/>
          <ac:spMkLst>
            <pc:docMk/>
            <pc:sldMk cId="1572317373" sldId="297"/>
            <ac:spMk id="3" creationId="{FE2F5DA8-784D-55FE-DE85-1D2047EC0949}"/>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0B420B1-A5EF-99A6-10AB-1B9D33DBF29D}"/>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6DDDA9EA-1608-D27B-DD44-A48AED912A44}"/>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C7148032-199B-4E42-8838-BEB486F17652}" type="datetimeFigureOut">
              <a:rPr lang="en-US" smtClean="0"/>
              <a:t>12/29/2025</a:t>
            </a:fld>
            <a:endParaRPr lang="en-US"/>
          </a:p>
        </p:txBody>
      </p:sp>
      <p:sp>
        <p:nvSpPr>
          <p:cNvPr id="4" name="Footer Placeholder 3">
            <a:extLst>
              <a:ext uri="{FF2B5EF4-FFF2-40B4-BE49-F238E27FC236}">
                <a16:creationId xmlns:a16="http://schemas.microsoft.com/office/drawing/2014/main" id="{EDC1227D-C824-DBF7-8318-012609ECC684}"/>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DED09229-7D5A-F96A-F8FD-AD1C8D0BFA02}"/>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08DF73DB-8F3D-48C0-BA9F-E998039937E7}" type="slidenum">
              <a:rPr lang="en-US" smtClean="0"/>
              <a:t>‹#›</a:t>
            </a:fld>
            <a:endParaRPr lang="en-US"/>
          </a:p>
        </p:txBody>
      </p:sp>
    </p:spTree>
    <p:extLst>
      <p:ext uri="{BB962C8B-B14F-4D97-AF65-F5344CB8AC3E}">
        <p14:creationId xmlns:p14="http://schemas.microsoft.com/office/powerpoint/2010/main" val="397227323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F5548FE-923C-475C-9CA2-A9177DD602D6}" type="datetimeFigureOut">
              <a:rPr lang="en-US" smtClean="0"/>
              <a:t>12/29/2025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3518B55-24B4-4EC2-AC7F-9029D906CB42}" type="slidenum">
              <a:rPr lang="en-US" smtClean="0"/>
              <a:t>‹#›</a:t>
            </a:fld>
            <a:endParaRPr lang="en-US"/>
          </a:p>
        </p:txBody>
      </p:sp>
    </p:spTree>
    <p:extLst>
      <p:ext uri="{BB962C8B-B14F-4D97-AF65-F5344CB8AC3E}">
        <p14:creationId xmlns:p14="http://schemas.microsoft.com/office/powerpoint/2010/main" val="333020692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3518B55-24B4-4EC2-AC7F-9029D906CB42}" type="slidenum">
              <a:rPr lang="en-US" smtClean="0"/>
              <a:t>22</a:t>
            </a:fld>
            <a:endParaRPr lang="en-US"/>
          </a:p>
        </p:txBody>
      </p:sp>
    </p:spTree>
    <p:extLst>
      <p:ext uri="{BB962C8B-B14F-4D97-AF65-F5344CB8AC3E}">
        <p14:creationId xmlns:p14="http://schemas.microsoft.com/office/powerpoint/2010/main" val="415729337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3518B55-24B4-4EC2-AC7F-9029D906CB42}" type="slidenum">
              <a:rPr lang="en-US" smtClean="0"/>
              <a:t>32</a:t>
            </a:fld>
            <a:endParaRPr lang="en-US"/>
          </a:p>
        </p:txBody>
      </p:sp>
    </p:spTree>
    <p:extLst>
      <p:ext uri="{BB962C8B-B14F-4D97-AF65-F5344CB8AC3E}">
        <p14:creationId xmlns:p14="http://schemas.microsoft.com/office/powerpoint/2010/main" val="2184411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36E124-C6CB-F275-38B1-DAA32F85F08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1C1F72E4-1D30-907D-7916-9FB4F42019B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1B09B957-C4B2-DE6B-2F8E-BCC05746AE76}"/>
              </a:ext>
            </a:extLst>
          </p:cNvPr>
          <p:cNvSpPr>
            <a:spLocks noGrp="1"/>
          </p:cNvSpPr>
          <p:nvPr>
            <p:ph type="dt" sz="half" idx="10"/>
          </p:nvPr>
        </p:nvSpPr>
        <p:spPr/>
        <p:txBody>
          <a:bodyPr/>
          <a:lstStyle/>
          <a:p>
            <a:fld id="{B2A23D24-666B-40B4-993E-BF16D899288E}" type="datetime1">
              <a:rPr lang="en-US" smtClean="0"/>
              <a:t>12/29/2025</a:t>
            </a:fld>
            <a:endParaRPr lang="en-US"/>
          </a:p>
        </p:txBody>
      </p:sp>
      <p:sp>
        <p:nvSpPr>
          <p:cNvPr id="5" name="Footer Placeholder 4">
            <a:extLst>
              <a:ext uri="{FF2B5EF4-FFF2-40B4-BE49-F238E27FC236}">
                <a16:creationId xmlns:a16="http://schemas.microsoft.com/office/drawing/2014/main" id="{538B2CC8-A731-D220-30E9-A9B0CB4683D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62A9A9F-2137-9C9B-927C-0A01136D692F}"/>
              </a:ext>
            </a:extLst>
          </p:cNvPr>
          <p:cNvSpPr>
            <a:spLocks noGrp="1"/>
          </p:cNvSpPr>
          <p:nvPr>
            <p:ph type="sldNum" sz="quarter" idx="12"/>
          </p:nvPr>
        </p:nvSpPr>
        <p:spPr/>
        <p:txBody>
          <a:bodyPr/>
          <a:lstStyle/>
          <a:p>
            <a:fld id="{8EDBA861-06E5-4444-A7F4-C8274B7105C9}" type="slidenum">
              <a:rPr lang="en-US" smtClean="0"/>
              <a:t>‹#›</a:t>
            </a:fld>
            <a:endParaRPr lang="en-US"/>
          </a:p>
        </p:txBody>
      </p:sp>
    </p:spTree>
    <p:extLst>
      <p:ext uri="{BB962C8B-B14F-4D97-AF65-F5344CB8AC3E}">
        <p14:creationId xmlns:p14="http://schemas.microsoft.com/office/powerpoint/2010/main" val="6007485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0A4904-720A-A9B8-3485-85E7ED9C2E6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9AC5E90-D476-8A6B-517F-C053915C62F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7EA4094-BD34-1A0B-2305-2D20F8BCE586}"/>
              </a:ext>
            </a:extLst>
          </p:cNvPr>
          <p:cNvSpPr>
            <a:spLocks noGrp="1"/>
          </p:cNvSpPr>
          <p:nvPr>
            <p:ph type="dt" sz="half" idx="10"/>
          </p:nvPr>
        </p:nvSpPr>
        <p:spPr/>
        <p:txBody>
          <a:bodyPr/>
          <a:lstStyle/>
          <a:p>
            <a:fld id="{5841502F-2CAF-467C-904C-FA6056A1FC5C}" type="datetime1">
              <a:rPr lang="en-US" smtClean="0"/>
              <a:t>12/29/2025</a:t>
            </a:fld>
            <a:endParaRPr lang="en-US"/>
          </a:p>
        </p:txBody>
      </p:sp>
      <p:sp>
        <p:nvSpPr>
          <p:cNvPr id="5" name="Footer Placeholder 4">
            <a:extLst>
              <a:ext uri="{FF2B5EF4-FFF2-40B4-BE49-F238E27FC236}">
                <a16:creationId xmlns:a16="http://schemas.microsoft.com/office/drawing/2014/main" id="{F0374FEC-DE7E-883D-371A-C0622CC0FE7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746514A-7498-04AE-9CD1-69D37C20F35F}"/>
              </a:ext>
            </a:extLst>
          </p:cNvPr>
          <p:cNvSpPr>
            <a:spLocks noGrp="1"/>
          </p:cNvSpPr>
          <p:nvPr>
            <p:ph type="sldNum" sz="quarter" idx="12"/>
          </p:nvPr>
        </p:nvSpPr>
        <p:spPr/>
        <p:txBody>
          <a:bodyPr/>
          <a:lstStyle/>
          <a:p>
            <a:fld id="{8EDBA861-06E5-4444-A7F4-C8274B7105C9}" type="slidenum">
              <a:rPr lang="en-US" smtClean="0"/>
              <a:t>‹#›</a:t>
            </a:fld>
            <a:endParaRPr lang="en-US"/>
          </a:p>
        </p:txBody>
      </p:sp>
    </p:spTree>
    <p:extLst>
      <p:ext uri="{BB962C8B-B14F-4D97-AF65-F5344CB8AC3E}">
        <p14:creationId xmlns:p14="http://schemas.microsoft.com/office/powerpoint/2010/main" val="221786056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E3C347-15C1-6CE0-A560-BC571F73294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A5E6CE02-4A11-B9F6-68DE-179B42013A24}"/>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128B583-C326-B957-3184-33A47056D58F}"/>
              </a:ext>
            </a:extLst>
          </p:cNvPr>
          <p:cNvSpPr>
            <a:spLocks noGrp="1"/>
          </p:cNvSpPr>
          <p:nvPr>
            <p:ph type="dt" sz="half" idx="10"/>
          </p:nvPr>
        </p:nvSpPr>
        <p:spPr/>
        <p:txBody>
          <a:bodyPr/>
          <a:lstStyle/>
          <a:p>
            <a:fld id="{BBDAF418-6EFA-453C-9C54-7A28761ED85A}" type="datetime1">
              <a:rPr lang="en-US" smtClean="0"/>
              <a:t>12/29/2025</a:t>
            </a:fld>
            <a:endParaRPr lang="en-US"/>
          </a:p>
        </p:txBody>
      </p:sp>
      <p:sp>
        <p:nvSpPr>
          <p:cNvPr id="5" name="Footer Placeholder 4">
            <a:extLst>
              <a:ext uri="{FF2B5EF4-FFF2-40B4-BE49-F238E27FC236}">
                <a16:creationId xmlns:a16="http://schemas.microsoft.com/office/drawing/2014/main" id="{8303125E-499B-5741-297F-D0217C87F59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1DC406C-F21B-89B8-F7FC-1D5D86C7885E}"/>
              </a:ext>
            </a:extLst>
          </p:cNvPr>
          <p:cNvSpPr>
            <a:spLocks noGrp="1"/>
          </p:cNvSpPr>
          <p:nvPr>
            <p:ph type="sldNum" sz="quarter" idx="12"/>
          </p:nvPr>
        </p:nvSpPr>
        <p:spPr/>
        <p:txBody>
          <a:bodyPr/>
          <a:lstStyle/>
          <a:p>
            <a:fld id="{8EDBA861-06E5-4444-A7F4-C8274B7105C9}" type="slidenum">
              <a:rPr lang="en-US" smtClean="0"/>
              <a:t>‹#›</a:t>
            </a:fld>
            <a:endParaRPr lang="en-US"/>
          </a:p>
        </p:txBody>
      </p:sp>
    </p:spTree>
    <p:extLst>
      <p:ext uri="{BB962C8B-B14F-4D97-AF65-F5344CB8AC3E}">
        <p14:creationId xmlns:p14="http://schemas.microsoft.com/office/powerpoint/2010/main" val="216619348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68A045-6F98-76C4-3068-EA9709E7F90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3FAA348-13CF-FF40-5453-F641ADC046A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6C8E60FA-F770-C944-5E98-3ECB157326E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34922B46-C7CC-4E6B-70B5-4A012861CF26}"/>
              </a:ext>
            </a:extLst>
          </p:cNvPr>
          <p:cNvSpPr>
            <a:spLocks noGrp="1"/>
          </p:cNvSpPr>
          <p:nvPr>
            <p:ph type="dt" sz="half" idx="10"/>
          </p:nvPr>
        </p:nvSpPr>
        <p:spPr/>
        <p:txBody>
          <a:bodyPr/>
          <a:lstStyle/>
          <a:p>
            <a:fld id="{5C40161E-4355-4DAD-847A-79CCE7827541}" type="datetime1">
              <a:rPr lang="en-US" smtClean="0"/>
              <a:t>12/29/2025</a:t>
            </a:fld>
            <a:endParaRPr lang="en-US"/>
          </a:p>
        </p:txBody>
      </p:sp>
      <p:sp>
        <p:nvSpPr>
          <p:cNvPr id="6" name="Footer Placeholder 5">
            <a:extLst>
              <a:ext uri="{FF2B5EF4-FFF2-40B4-BE49-F238E27FC236}">
                <a16:creationId xmlns:a16="http://schemas.microsoft.com/office/drawing/2014/main" id="{7482449C-2C31-0117-F000-F8D8C0F7A19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0E476E0-F1B3-36AF-032C-F9E19C4380C6}"/>
              </a:ext>
            </a:extLst>
          </p:cNvPr>
          <p:cNvSpPr>
            <a:spLocks noGrp="1"/>
          </p:cNvSpPr>
          <p:nvPr>
            <p:ph type="sldNum" sz="quarter" idx="12"/>
          </p:nvPr>
        </p:nvSpPr>
        <p:spPr/>
        <p:txBody>
          <a:bodyPr/>
          <a:lstStyle/>
          <a:p>
            <a:fld id="{8EDBA861-06E5-4444-A7F4-C8274B7105C9}" type="slidenum">
              <a:rPr lang="en-US" smtClean="0"/>
              <a:t>‹#›</a:t>
            </a:fld>
            <a:endParaRPr lang="en-US"/>
          </a:p>
        </p:txBody>
      </p:sp>
    </p:spTree>
    <p:extLst>
      <p:ext uri="{BB962C8B-B14F-4D97-AF65-F5344CB8AC3E}">
        <p14:creationId xmlns:p14="http://schemas.microsoft.com/office/powerpoint/2010/main" val="135184784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2DB0E9-613C-B5F6-46B5-F25BB0BAF317}"/>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A35F4B94-6AEE-97AB-A4D6-7B53E5E97AB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0AABA10-34CE-879F-B659-C6669ADF6F8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F97E7E76-B926-498D-2832-89FBBA65B7C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23AEDAA-1627-1603-4B4F-E168730B3A5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12B2549E-EBAC-3803-9E59-7612BFBD6A5B}"/>
              </a:ext>
            </a:extLst>
          </p:cNvPr>
          <p:cNvSpPr>
            <a:spLocks noGrp="1"/>
          </p:cNvSpPr>
          <p:nvPr>
            <p:ph type="dt" sz="half" idx="10"/>
          </p:nvPr>
        </p:nvSpPr>
        <p:spPr/>
        <p:txBody>
          <a:bodyPr/>
          <a:lstStyle/>
          <a:p>
            <a:fld id="{D842CB5C-F7D6-4AE4-8A56-5160065D0B0B}" type="datetime1">
              <a:rPr lang="en-US" smtClean="0"/>
              <a:t>12/29/2025</a:t>
            </a:fld>
            <a:endParaRPr lang="en-US"/>
          </a:p>
        </p:txBody>
      </p:sp>
      <p:sp>
        <p:nvSpPr>
          <p:cNvPr id="8" name="Footer Placeholder 7">
            <a:extLst>
              <a:ext uri="{FF2B5EF4-FFF2-40B4-BE49-F238E27FC236}">
                <a16:creationId xmlns:a16="http://schemas.microsoft.com/office/drawing/2014/main" id="{02859205-84F7-8453-4F84-B9E39169D098}"/>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8ED88177-EE1E-57C4-617A-2D87FC8A81C2}"/>
              </a:ext>
            </a:extLst>
          </p:cNvPr>
          <p:cNvSpPr>
            <a:spLocks noGrp="1"/>
          </p:cNvSpPr>
          <p:nvPr>
            <p:ph type="sldNum" sz="quarter" idx="12"/>
          </p:nvPr>
        </p:nvSpPr>
        <p:spPr/>
        <p:txBody>
          <a:bodyPr/>
          <a:lstStyle/>
          <a:p>
            <a:fld id="{8EDBA861-06E5-4444-A7F4-C8274B7105C9}" type="slidenum">
              <a:rPr lang="en-US" smtClean="0"/>
              <a:t>‹#›</a:t>
            </a:fld>
            <a:endParaRPr lang="en-US"/>
          </a:p>
        </p:txBody>
      </p:sp>
    </p:spTree>
    <p:extLst>
      <p:ext uri="{BB962C8B-B14F-4D97-AF65-F5344CB8AC3E}">
        <p14:creationId xmlns:p14="http://schemas.microsoft.com/office/powerpoint/2010/main" val="111775215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B2BC1F-C53C-E1C3-3FC7-83542AE304A5}"/>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7301A159-1458-2FB9-53C8-DA2E408B2BD5}"/>
              </a:ext>
            </a:extLst>
          </p:cNvPr>
          <p:cNvSpPr>
            <a:spLocks noGrp="1"/>
          </p:cNvSpPr>
          <p:nvPr>
            <p:ph type="dt" sz="half" idx="10"/>
          </p:nvPr>
        </p:nvSpPr>
        <p:spPr/>
        <p:txBody>
          <a:bodyPr/>
          <a:lstStyle/>
          <a:p>
            <a:fld id="{DBA11C08-6E19-41DF-B5A2-F2D83548A30F}" type="datetime1">
              <a:rPr lang="en-US" smtClean="0"/>
              <a:t>12/29/2025</a:t>
            </a:fld>
            <a:endParaRPr lang="en-US"/>
          </a:p>
        </p:txBody>
      </p:sp>
      <p:sp>
        <p:nvSpPr>
          <p:cNvPr id="4" name="Footer Placeholder 3">
            <a:extLst>
              <a:ext uri="{FF2B5EF4-FFF2-40B4-BE49-F238E27FC236}">
                <a16:creationId xmlns:a16="http://schemas.microsoft.com/office/drawing/2014/main" id="{414078DC-715B-887C-FBFF-8FCF9D4C8D24}"/>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59DADFEA-598F-D505-2706-4E57233226D6}"/>
              </a:ext>
            </a:extLst>
          </p:cNvPr>
          <p:cNvSpPr>
            <a:spLocks noGrp="1"/>
          </p:cNvSpPr>
          <p:nvPr>
            <p:ph type="sldNum" sz="quarter" idx="12"/>
          </p:nvPr>
        </p:nvSpPr>
        <p:spPr/>
        <p:txBody>
          <a:bodyPr/>
          <a:lstStyle/>
          <a:p>
            <a:fld id="{8EDBA861-06E5-4444-A7F4-C8274B7105C9}" type="slidenum">
              <a:rPr lang="en-US" smtClean="0"/>
              <a:t>‹#›</a:t>
            </a:fld>
            <a:endParaRPr lang="en-US"/>
          </a:p>
        </p:txBody>
      </p:sp>
    </p:spTree>
    <p:extLst>
      <p:ext uri="{BB962C8B-B14F-4D97-AF65-F5344CB8AC3E}">
        <p14:creationId xmlns:p14="http://schemas.microsoft.com/office/powerpoint/2010/main" val="326722754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FA42346-38F0-8849-D80B-333A20498D7F}"/>
              </a:ext>
            </a:extLst>
          </p:cNvPr>
          <p:cNvSpPr>
            <a:spLocks noGrp="1"/>
          </p:cNvSpPr>
          <p:nvPr>
            <p:ph type="dt" sz="half" idx="10"/>
          </p:nvPr>
        </p:nvSpPr>
        <p:spPr/>
        <p:txBody>
          <a:bodyPr/>
          <a:lstStyle/>
          <a:p>
            <a:fld id="{51AE33F3-97DF-4D60-8797-A918A55F4B96}" type="datetime1">
              <a:rPr lang="en-US" smtClean="0"/>
              <a:t>12/29/2025</a:t>
            </a:fld>
            <a:endParaRPr lang="en-US"/>
          </a:p>
        </p:txBody>
      </p:sp>
      <p:sp>
        <p:nvSpPr>
          <p:cNvPr id="3" name="Footer Placeholder 2">
            <a:extLst>
              <a:ext uri="{FF2B5EF4-FFF2-40B4-BE49-F238E27FC236}">
                <a16:creationId xmlns:a16="http://schemas.microsoft.com/office/drawing/2014/main" id="{88C3A1A8-E32A-9873-9EAF-A6850E2FF30A}"/>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9CF0DA1D-E577-FA9A-3DDC-EA87D6B4FEBC}"/>
              </a:ext>
            </a:extLst>
          </p:cNvPr>
          <p:cNvSpPr>
            <a:spLocks noGrp="1"/>
          </p:cNvSpPr>
          <p:nvPr>
            <p:ph type="sldNum" sz="quarter" idx="12"/>
          </p:nvPr>
        </p:nvSpPr>
        <p:spPr/>
        <p:txBody>
          <a:bodyPr/>
          <a:lstStyle/>
          <a:p>
            <a:fld id="{8EDBA861-06E5-4444-A7F4-C8274B7105C9}" type="slidenum">
              <a:rPr lang="en-US" smtClean="0"/>
              <a:t>‹#›</a:t>
            </a:fld>
            <a:endParaRPr lang="en-US"/>
          </a:p>
        </p:txBody>
      </p:sp>
    </p:spTree>
    <p:extLst>
      <p:ext uri="{BB962C8B-B14F-4D97-AF65-F5344CB8AC3E}">
        <p14:creationId xmlns:p14="http://schemas.microsoft.com/office/powerpoint/2010/main" val="208660951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B984E9-AA9F-990E-9EFD-2EB32CE2CFB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02BE9B6A-A037-C82F-6237-A857D845956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19BB17C9-7995-E01F-6F7B-3A4CCB4B790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2645353-2903-632D-8BE8-E13BEEDC5B9D}"/>
              </a:ext>
            </a:extLst>
          </p:cNvPr>
          <p:cNvSpPr>
            <a:spLocks noGrp="1"/>
          </p:cNvSpPr>
          <p:nvPr>
            <p:ph type="dt" sz="half" idx="10"/>
          </p:nvPr>
        </p:nvSpPr>
        <p:spPr/>
        <p:txBody>
          <a:bodyPr/>
          <a:lstStyle/>
          <a:p>
            <a:fld id="{D7BBE8A5-B37C-4C8F-9A47-EC13B481FD66}" type="datetime1">
              <a:rPr lang="en-US" smtClean="0"/>
              <a:t>12/29/2025</a:t>
            </a:fld>
            <a:endParaRPr lang="en-US"/>
          </a:p>
        </p:txBody>
      </p:sp>
      <p:sp>
        <p:nvSpPr>
          <p:cNvPr id="6" name="Footer Placeholder 5">
            <a:extLst>
              <a:ext uri="{FF2B5EF4-FFF2-40B4-BE49-F238E27FC236}">
                <a16:creationId xmlns:a16="http://schemas.microsoft.com/office/drawing/2014/main" id="{1417F19B-1618-1A55-6C3D-664E70E3EE7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FEC0556-D231-3920-9994-2C483DDF81E1}"/>
              </a:ext>
            </a:extLst>
          </p:cNvPr>
          <p:cNvSpPr>
            <a:spLocks noGrp="1"/>
          </p:cNvSpPr>
          <p:nvPr>
            <p:ph type="sldNum" sz="quarter" idx="12"/>
          </p:nvPr>
        </p:nvSpPr>
        <p:spPr/>
        <p:txBody>
          <a:bodyPr/>
          <a:lstStyle/>
          <a:p>
            <a:fld id="{8EDBA861-06E5-4444-A7F4-C8274B7105C9}" type="slidenum">
              <a:rPr lang="en-US" smtClean="0"/>
              <a:t>‹#›</a:t>
            </a:fld>
            <a:endParaRPr lang="en-US"/>
          </a:p>
        </p:txBody>
      </p:sp>
    </p:spTree>
    <p:extLst>
      <p:ext uri="{BB962C8B-B14F-4D97-AF65-F5344CB8AC3E}">
        <p14:creationId xmlns:p14="http://schemas.microsoft.com/office/powerpoint/2010/main" val="117297384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4C7A64-F65F-E1D4-30B3-F81D9C83A3B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BFF22EDD-72B6-AF35-D449-C2291876DB2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2256B688-C1AD-34AD-2E79-363CE404217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5CD0B4C-567B-6B4A-70A5-5AB392207CD0}"/>
              </a:ext>
            </a:extLst>
          </p:cNvPr>
          <p:cNvSpPr>
            <a:spLocks noGrp="1"/>
          </p:cNvSpPr>
          <p:nvPr>
            <p:ph type="dt" sz="half" idx="10"/>
          </p:nvPr>
        </p:nvSpPr>
        <p:spPr/>
        <p:txBody>
          <a:bodyPr/>
          <a:lstStyle/>
          <a:p>
            <a:fld id="{A860F994-1548-4199-9605-3E415D2A7A17}" type="datetime1">
              <a:rPr lang="en-US" smtClean="0"/>
              <a:t>12/29/2025</a:t>
            </a:fld>
            <a:endParaRPr lang="en-US"/>
          </a:p>
        </p:txBody>
      </p:sp>
      <p:sp>
        <p:nvSpPr>
          <p:cNvPr id="6" name="Footer Placeholder 5">
            <a:extLst>
              <a:ext uri="{FF2B5EF4-FFF2-40B4-BE49-F238E27FC236}">
                <a16:creationId xmlns:a16="http://schemas.microsoft.com/office/drawing/2014/main" id="{E0D7CE7C-D4C9-FF55-12A4-2818784770C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0273442-3D07-33B0-807E-A53122862E25}"/>
              </a:ext>
            </a:extLst>
          </p:cNvPr>
          <p:cNvSpPr>
            <a:spLocks noGrp="1"/>
          </p:cNvSpPr>
          <p:nvPr>
            <p:ph type="sldNum" sz="quarter" idx="12"/>
          </p:nvPr>
        </p:nvSpPr>
        <p:spPr/>
        <p:txBody>
          <a:bodyPr/>
          <a:lstStyle/>
          <a:p>
            <a:fld id="{8EDBA861-06E5-4444-A7F4-C8274B7105C9}" type="slidenum">
              <a:rPr lang="en-US" smtClean="0"/>
              <a:t>‹#›</a:t>
            </a:fld>
            <a:endParaRPr lang="en-US"/>
          </a:p>
        </p:txBody>
      </p:sp>
    </p:spTree>
    <p:extLst>
      <p:ext uri="{BB962C8B-B14F-4D97-AF65-F5344CB8AC3E}">
        <p14:creationId xmlns:p14="http://schemas.microsoft.com/office/powerpoint/2010/main" val="398558215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9AF83C-ED4F-27D1-C199-0C2E2E18B86A}"/>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EA8D3DB0-9EA5-C3D1-D30D-0C171AFC4E2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45295F8-7B37-308A-4C50-05D272859EB2}"/>
              </a:ext>
            </a:extLst>
          </p:cNvPr>
          <p:cNvSpPr>
            <a:spLocks noGrp="1"/>
          </p:cNvSpPr>
          <p:nvPr>
            <p:ph type="dt" sz="half" idx="10"/>
          </p:nvPr>
        </p:nvSpPr>
        <p:spPr/>
        <p:txBody>
          <a:bodyPr/>
          <a:lstStyle/>
          <a:p>
            <a:fld id="{62A4EDB6-BED1-4887-9C28-339A9AF3CC74}" type="datetime1">
              <a:rPr lang="en-US" smtClean="0"/>
              <a:t>12/29/2025</a:t>
            </a:fld>
            <a:endParaRPr lang="en-US"/>
          </a:p>
        </p:txBody>
      </p:sp>
      <p:sp>
        <p:nvSpPr>
          <p:cNvPr id="5" name="Footer Placeholder 4">
            <a:extLst>
              <a:ext uri="{FF2B5EF4-FFF2-40B4-BE49-F238E27FC236}">
                <a16:creationId xmlns:a16="http://schemas.microsoft.com/office/drawing/2014/main" id="{A756DC00-009B-CCA6-104A-C04BA75678E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148E5DD-8256-F29F-6B41-26B0D358D56B}"/>
              </a:ext>
            </a:extLst>
          </p:cNvPr>
          <p:cNvSpPr>
            <a:spLocks noGrp="1"/>
          </p:cNvSpPr>
          <p:nvPr>
            <p:ph type="sldNum" sz="quarter" idx="12"/>
          </p:nvPr>
        </p:nvSpPr>
        <p:spPr/>
        <p:txBody>
          <a:bodyPr/>
          <a:lstStyle/>
          <a:p>
            <a:fld id="{8EDBA861-06E5-4444-A7F4-C8274B7105C9}" type="slidenum">
              <a:rPr lang="en-US" smtClean="0"/>
              <a:t>‹#›</a:t>
            </a:fld>
            <a:endParaRPr lang="en-US"/>
          </a:p>
        </p:txBody>
      </p:sp>
    </p:spTree>
    <p:extLst>
      <p:ext uri="{BB962C8B-B14F-4D97-AF65-F5344CB8AC3E}">
        <p14:creationId xmlns:p14="http://schemas.microsoft.com/office/powerpoint/2010/main" val="391043893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C9E4B64-9781-CC50-BCE5-BA108A388D87}"/>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DADF0E13-09AD-5FA9-4F03-4B54B8525DE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4AB6DE8-18DD-D680-BA03-59CDC5A34499}"/>
              </a:ext>
            </a:extLst>
          </p:cNvPr>
          <p:cNvSpPr>
            <a:spLocks noGrp="1"/>
          </p:cNvSpPr>
          <p:nvPr>
            <p:ph type="dt" sz="half" idx="10"/>
          </p:nvPr>
        </p:nvSpPr>
        <p:spPr/>
        <p:txBody>
          <a:bodyPr/>
          <a:lstStyle/>
          <a:p>
            <a:fld id="{6C654842-FCC6-4C40-BA74-D4CC6285ED99}" type="datetime1">
              <a:rPr lang="en-US" smtClean="0"/>
              <a:t>12/29/2025</a:t>
            </a:fld>
            <a:endParaRPr lang="en-US"/>
          </a:p>
        </p:txBody>
      </p:sp>
      <p:sp>
        <p:nvSpPr>
          <p:cNvPr id="5" name="Footer Placeholder 4">
            <a:extLst>
              <a:ext uri="{FF2B5EF4-FFF2-40B4-BE49-F238E27FC236}">
                <a16:creationId xmlns:a16="http://schemas.microsoft.com/office/drawing/2014/main" id="{213799C4-3F02-C878-A6FE-F128654AABF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9DF169A-4C43-7A0E-5F5B-422E2E01C319}"/>
              </a:ext>
            </a:extLst>
          </p:cNvPr>
          <p:cNvSpPr>
            <a:spLocks noGrp="1"/>
          </p:cNvSpPr>
          <p:nvPr>
            <p:ph type="sldNum" sz="quarter" idx="12"/>
          </p:nvPr>
        </p:nvSpPr>
        <p:spPr/>
        <p:txBody>
          <a:bodyPr/>
          <a:lstStyle/>
          <a:p>
            <a:fld id="{8EDBA861-06E5-4444-A7F4-C8274B7105C9}" type="slidenum">
              <a:rPr lang="en-US" smtClean="0"/>
              <a:t>‹#›</a:t>
            </a:fld>
            <a:endParaRPr lang="en-US"/>
          </a:p>
        </p:txBody>
      </p:sp>
    </p:spTree>
    <p:extLst>
      <p:ext uri="{BB962C8B-B14F-4D97-AF65-F5344CB8AC3E}">
        <p14:creationId xmlns:p14="http://schemas.microsoft.com/office/powerpoint/2010/main" val="100338583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2347042-1B06-8DC1-F85D-C3EFC60ED3B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DAC9B121-55BD-6BDD-A067-8E0FFC6B5E6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E869448-4AB7-FDBC-162D-84D6A06E763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292B0E3C-092F-432B-9DE7-65F38EC6E123}" type="datetime1">
              <a:rPr lang="en-US" smtClean="0"/>
              <a:t>12/29/2025</a:t>
            </a:fld>
            <a:endParaRPr lang="en-US"/>
          </a:p>
        </p:txBody>
      </p:sp>
      <p:sp>
        <p:nvSpPr>
          <p:cNvPr id="5" name="Footer Placeholder 4">
            <a:extLst>
              <a:ext uri="{FF2B5EF4-FFF2-40B4-BE49-F238E27FC236}">
                <a16:creationId xmlns:a16="http://schemas.microsoft.com/office/drawing/2014/main" id="{2D814B26-4229-BF03-4505-B80D324595B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34897241-F37B-21B2-7C3C-4A4FE57EEAF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8EDBA861-06E5-4444-A7F4-C8274B7105C9}" type="slidenum">
              <a:rPr lang="en-US" smtClean="0"/>
              <a:t>‹#›</a:t>
            </a:fld>
            <a:endParaRPr lang="en-US"/>
          </a:p>
        </p:txBody>
      </p:sp>
    </p:spTree>
    <p:extLst>
      <p:ext uri="{BB962C8B-B14F-4D97-AF65-F5344CB8AC3E}">
        <p14:creationId xmlns:p14="http://schemas.microsoft.com/office/powerpoint/2010/main" val="30995150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hyperlink" Target="https://usegalaxy.org/" TargetMode="External"/><Relationship Id="rId2" Type="http://schemas.openxmlformats.org/officeDocument/2006/relationships/hyperlink" Target="https://snakemake.readthedocs.io/en/stable/" TargetMode="External"/><Relationship Id="rId1" Type="http://schemas.openxmlformats.org/officeDocument/2006/relationships/slideLayout" Target="../slideLayouts/slideLayout2.xml"/><Relationship Id="rId4" Type="http://schemas.openxmlformats.org/officeDocument/2006/relationships/hyperlink" Target="https://carpentries-incubator.github.io/workflows-nextflow/nextflow.io" TargetMode="External"/></Relationships>
</file>

<file path=ppt/slides/_rels/slide6.xml.rels><?xml version="1.0" encoding="UTF-8" standalone="yes"?>
<Relationships xmlns="http://schemas.openxmlformats.org/package/2006/relationships"><Relationship Id="rId3" Type="http://schemas.openxmlformats.org/officeDocument/2006/relationships/hyperlink" Target="https://doi.org/10.1038/s41592-021-01254-9" TargetMode="External"/><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hyperlink" Target="https://www.nextflow.io/docs/latest/executor.html" TargetMode="External"/><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hyperlink" Target="https://www.nextflow.io/docs/latest/channel.html#frompath" TargetMode="External"/><Relationship Id="rId2" Type="http://schemas.openxmlformats.org/officeDocument/2006/relationships/hyperlink" Target="https://www.nextflow.io/docs/latest/channel.html#of" TargetMode="Externa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19.png"/></Relationships>
</file>

<file path=ppt/slides/_rels/slide2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2.xml"/><Relationship Id="rId4" Type="http://schemas.openxmlformats.org/officeDocument/2006/relationships/image" Target="../media/image26.png"/></Relationships>
</file>

<file path=ppt/slides/_rels/slide28.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2.xml"/><Relationship Id="rId4" Type="http://schemas.openxmlformats.org/officeDocument/2006/relationships/image" Target="../media/image29.png"/></Relationships>
</file>

<file path=ppt/slides/_rels/slide29.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2.xml"/><Relationship Id="rId4" Type="http://schemas.openxmlformats.org/officeDocument/2006/relationships/image" Target="../media/image32.png"/></Relationships>
</file>

<file path=ppt/slides/_rels/slide30.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2.xml"/><Relationship Id="rId4" Type="http://schemas.openxmlformats.org/officeDocument/2006/relationships/image" Target="../media/image36.png"/></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hyperlink" Target="https://www.nextflow.io/docs/latest/process.html#publishdir" TargetMode="Externa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hyperlink" Target="https://www.nextflow.io/docs/latest/process.html#publishdir" TargetMode="Externa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slideLayout" Target="../slideLayouts/slideLayout2.xml"/><Relationship Id="rId4" Type="http://schemas.openxmlformats.org/officeDocument/2006/relationships/image" Target="../media/image40.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hyperlink" Target="https://www.nextflow.io/docs/latest/workflow.html" TargetMode="Externa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png"/><Relationship Id="rId1" Type="http://schemas.openxmlformats.org/officeDocument/2006/relationships/slideLayout" Target="../slideLayouts/slideLayout2.xml"/><Relationship Id="rId6" Type="http://schemas.openxmlformats.org/officeDocument/2006/relationships/image" Target="../media/image45.png"/><Relationship Id="rId5" Type="http://schemas.openxmlformats.org/officeDocument/2006/relationships/image" Target="../media/image44.png"/><Relationship Id="rId4" Type="http://schemas.openxmlformats.org/officeDocument/2006/relationships/image" Target="../media/image43.png"/></Relationships>
</file>

<file path=ppt/slides/_rels/slide42.xml.rels><?xml version="1.0" encoding="UTF-8" standalone="yes"?>
<Relationships xmlns="http://schemas.openxmlformats.org/package/2006/relationships"><Relationship Id="rId3" Type="http://schemas.openxmlformats.org/officeDocument/2006/relationships/hyperlink" Target="https://github.com/bacterial-genomics/nextflow-intro" TargetMode="External"/><Relationship Id="rId2" Type="http://schemas.openxmlformats.org/officeDocument/2006/relationships/hyperlink" Target="https://carpentries-incubator.github.io/workflows-nextflow/"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310631-4954-CC0B-52CA-71F9E05D41F9}"/>
              </a:ext>
            </a:extLst>
          </p:cNvPr>
          <p:cNvSpPr>
            <a:spLocks noGrp="1"/>
          </p:cNvSpPr>
          <p:nvPr>
            <p:ph type="ctrTitle"/>
          </p:nvPr>
        </p:nvSpPr>
        <p:spPr/>
        <p:txBody>
          <a:bodyPr/>
          <a:lstStyle/>
          <a:p>
            <a:r>
              <a:rPr lang="en-US" dirty="0" err="1"/>
              <a:t>Nextflow</a:t>
            </a:r>
            <a:r>
              <a:rPr lang="en-US" dirty="0"/>
              <a:t> Intro</a:t>
            </a:r>
          </a:p>
        </p:txBody>
      </p:sp>
      <p:sp>
        <p:nvSpPr>
          <p:cNvPr id="3" name="Subtitle 2">
            <a:extLst>
              <a:ext uri="{FF2B5EF4-FFF2-40B4-BE49-F238E27FC236}">
                <a16:creationId xmlns:a16="http://schemas.microsoft.com/office/drawing/2014/main" id="{BABC8639-0FA0-7202-F2F4-62679FDF43D5}"/>
              </a:ext>
            </a:extLst>
          </p:cNvPr>
          <p:cNvSpPr>
            <a:spLocks noGrp="1"/>
          </p:cNvSpPr>
          <p:nvPr>
            <p:ph type="subTitle" idx="1"/>
          </p:nvPr>
        </p:nvSpPr>
        <p:spPr/>
        <p:txBody>
          <a:bodyPr/>
          <a:lstStyle/>
          <a:p>
            <a:endParaRPr lang="en-US" dirty="0"/>
          </a:p>
        </p:txBody>
      </p:sp>
    </p:spTree>
    <p:extLst>
      <p:ext uri="{BB962C8B-B14F-4D97-AF65-F5344CB8AC3E}">
        <p14:creationId xmlns:p14="http://schemas.microsoft.com/office/powerpoint/2010/main" val="53968629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72E26C-84C5-B1A6-F265-5CFF8B5B0FFF}"/>
              </a:ext>
            </a:extLst>
          </p:cNvPr>
          <p:cNvSpPr>
            <a:spLocks noGrp="1"/>
          </p:cNvSpPr>
          <p:nvPr>
            <p:ph type="title"/>
          </p:nvPr>
        </p:nvSpPr>
        <p:spPr/>
        <p:txBody>
          <a:bodyPr/>
          <a:lstStyle/>
          <a:p>
            <a:r>
              <a:rPr lang="en-US" dirty="0"/>
              <a:t>Outline</a:t>
            </a:r>
          </a:p>
        </p:txBody>
      </p:sp>
      <p:sp>
        <p:nvSpPr>
          <p:cNvPr id="3" name="Content Placeholder 2">
            <a:extLst>
              <a:ext uri="{FF2B5EF4-FFF2-40B4-BE49-F238E27FC236}">
                <a16:creationId xmlns:a16="http://schemas.microsoft.com/office/drawing/2014/main" id="{833C4151-E4BD-110B-020F-FB78ED7C83D1}"/>
              </a:ext>
            </a:extLst>
          </p:cNvPr>
          <p:cNvSpPr>
            <a:spLocks noGrp="1"/>
          </p:cNvSpPr>
          <p:nvPr>
            <p:ph idx="1"/>
          </p:nvPr>
        </p:nvSpPr>
        <p:spPr/>
        <p:txBody>
          <a:bodyPr>
            <a:normAutofit lnSpcReduction="10000"/>
          </a:bodyPr>
          <a:lstStyle/>
          <a:p>
            <a:pPr marL="514350" indent="-514350">
              <a:buFont typeface="+mj-lt"/>
              <a:buAutoNum type="arabicPeriod"/>
            </a:pPr>
            <a:r>
              <a:rPr lang="en-US" dirty="0"/>
              <a:t>Getting Started with </a:t>
            </a:r>
            <a:r>
              <a:rPr lang="en-US" dirty="0" err="1"/>
              <a:t>Nextflow</a:t>
            </a:r>
            <a:endParaRPr lang="en-US" dirty="0"/>
          </a:p>
          <a:p>
            <a:pPr marL="514350" indent="-514350">
              <a:buFont typeface="+mj-lt"/>
              <a:buAutoNum type="arabicPeriod"/>
            </a:pPr>
            <a:endParaRPr lang="en-US" dirty="0"/>
          </a:p>
          <a:p>
            <a:pPr marL="514350" indent="-514350">
              <a:buFont typeface="+mj-lt"/>
              <a:buAutoNum type="arabicPeriod"/>
            </a:pPr>
            <a:r>
              <a:rPr lang="en-US" dirty="0"/>
              <a:t>Workflow parameterization</a:t>
            </a:r>
          </a:p>
          <a:p>
            <a:pPr marL="514350" indent="-514350">
              <a:buFont typeface="+mj-lt"/>
              <a:buAutoNum type="arabicPeriod"/>
            </a:pPr>
            <a:endParaRPr lang="en-US" dirty="0"/>
          </a:p>
          <a:p>
            <a:pPr marL="514350" indent="-514350">
              <a:buFont typeface="+mj-lt"/>
              <a:buAutoNum type="arabicPeriod"/>
            </a:pPr>
            <a:r>
              <a:rPr lang="en-US" dirty="0"/>
              <a:t>Channels</a:t>
            </a:r>
          </a:p>
          <a:p>
            <a:pPr marL="514350" indent="-514350">
              <a:buFont typeface="+mj-lt"/>
              <a:buAutoNum type="arabicPeriod"/>
            </a:pPr>
            <a:endParaRPr lang="en-US" dirty="0"/>
          </a:p>
          <a:p>
            <a:pPr marL="514350" indent="-514350">
              <a:buFont typeface="+mj-lt"/>
              <a:buAutoNum type="arabicPeriod"/>
            </a:pPr>
            <a:r>
              <a:rPr lang="en-US" dirty="0"/>
              <a:t>Processes</a:t>
            </a:r>
          </a:p>
          <a:p>
            <a:pPr marL="514350" indent="-514350">
              <a:buFont typeface="+mj-lt"/>
              <a:buAutoNum type="arabicPeriod"/>
            </a:pPr>
            <a:endParaRPr lang="en-US" dirty="0"/>
          </a:p>
          <a:p>
            <a:pPr marL="514350" indent="-514350">
              <a:buFont typeface="+mj-lt"/>
              <a:buAutoNum type="arabicPeriod"/>
            </a:pPr>
            <a:r>
              <a:rPr lang="en-US" dirty="0"/>
              <a:t>Workflows</a:t>
            </a:r>
          </a:p>
          <a:p>
            <a:pPr marL="514350" indent="-514350">
              <a:buFont typeface="+mj-lt"/>
              <a:buAutoNum type="arabicPeriod"/>
            </a:pPr>
            <a:endParaRPr lang="en-US" dirty="0"/>
          </a:p>
        </p:txBody>
      </p:sp>
      <p:sp>
        <p:nvSpPr>
          <p:cNvPr id="4" name="Slide Number Placeholder 3">
            <a:extLst>
              <a:ext uri="{FF2B5EF4-FFF2-40B4-BE49-F238E27FC236}">
                <a16:creationId xmlns:a16="http://schemas.microsoft.com/office/drawing/2014/main" id="{46DC0FDB-F4FF-1ED7-102C-9529519EBD32}"/>
              </a:ext>
            </a:extLst>
          </p:cNvPr>
          <p:cNvSpPr>
            <a:spLocks noGrp="1"/>
          </p:cNvSpPr>
          <p:nvPr>
            <p:ph type="sldNum" sz="quarter" idx="12"/>
          </p:nvPr>
        </p:nvSpPr>
        <p:spPr/>
        <p:txBody>
          <a:bodyPr/>
          <a:lstStyle/>
          <a:p>
            <a:fld id="{8EDBA861-06E5-4444-A7F4-C8274B7105C9}" type="slidenum">
              <a:rPr lang="en-US" smtClean="0"/>
              <a:t>2</a:t>
            </a:fld>
            <a:endParaRPr lang="en-US"/>
          </a:p>
        </p:txBody>
      </p:sp>
    </p:spTree>
    <p:extLst>
      <p:ext uri="{BB962C8B-B14F-4D97-AF65-F5344CB8AC3E}">
        <p14:creationId xmlns:p14="http://schemas.microsoft.com/office/powerpoint/2010/main" val="96130117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33D803-1B9F-2B66-27DE-0398EA85AFD0}"/>
              </a:ext>
            </a:extLst>
          </p:cNvPr>
          <p:cNvSpPr>
            <a:spLocks noGrp="1"/>
          </p:cNvSpPr>
          <p:nvPr>
            <p:ph type="title"/>
          </p:nvPr>
        </p:nvSpPr>
        <p:spPr/>
        <p:txBody>
          <a:bodyPr/>
          <a:lstStyle/>
          <a:p>
            <a:r>
              <a:rPr lang="en-US" dirty="0"/>
              <a:t>Getting Started with </a:t>
            </a:r>
            <a:r>
              <a:rPr lang="en-US" dirty="0" err="1"/>
              <a:t>Nextflow</a:t>
            </a:r>
            <a:endParaRPr lang="en-US" dirty="0"/>
          </a:p>
        </p:txBody>
      </p:sp>
      <p:sp>
        <p:nvSpPr>
          <p:cNvPr id="3" name="Content Placeholder 2">
            <a:extLst>
              <a:ext uri="{FF2B5EF4-FFF2-40B4-BE49-F238E27FC236}">
                <a16:creationId xmlns:a16="http://schemas.microsoft.com/office/drawing/2014/main" id="{62AEA24F-DA69-5D75-60BF-C7766A5E1BEC}"/>
              </a:ext>
            </a:extLst>
          </p:cNvPr>
          <p:cNvSpPr>
            <a:spLocks noGrp="1"/>
          </p:cNvSpPr>
          <p:nvPr>
            <p:ph idx="1"/>
          </p:nvPr>
        </p:nvSpPr>
        <p:spPr/>
        <p:txBody>
          <a:bodyPr/>
          <a:lstStyle/>
          <a:p>
            <a:pPr marL="0" indent="0">
              <a:buNone/>
            </a:pPr>
            <a:r>
              <a:rPr lang="en-US" dirty="0"/>
              <a:t>Objectives:</a:t>
            </a:r>
          </a:p>
          <a:p>
            <a:r>
              <a:rPr lang="en-US" dirty="0"/>
              <a:t>Understand what a workflow management system is.</a:t>
            </a:r>
          </a:p>
          <a:p>
            <a:r>
              <a:rPr lang="en-US" dirty="0"/>
              <a:t>Understand the benefits of using a workflow management system.</a:t>
            </a:r>
          </a:p>
          <a:p>
            <a:r>
              <a:rPr lang="en-US" dirty="0"/>
              <a:t>Explain the benefits of using </a:t>
            </a:r>
            <a:r>
              <a:rPr lang="en-US" dirty="0" err="1"/>
              <a:t>Nextflow</a:t>
            </a:r>
            <a:r>
              <a:rPr lang="en-US" dirty="0"/>
              <a:t> as part of your bioinformatics workflow.</a:t>
            </a:r>
          </a:p>
          <a:p>
            <a:r>
              <a:rPr lang="en-US" dirty="0"/>
              <a:t>Explain the components of a </a:t>
            </a:r>
            <a:r>
              <a:rPr lang="en-US" dirty="0" err="1"/>
              <a:t>Nextflow</a:t>
            </a:r>
            <a:r>
              <a:rPr lang="en-US" dirty="0"/>
              <a:t> script.</a:t>
            </a:r>
          </a:p>
          <a:p>
            <a:r>
              <a:rPr lang="en-US" dirty="0"/>
              <a:t>Run a </a:t>
            </a:r>
            <a:r>
              <a:rPr lang="en-US" dirty="0" err="1"/>
              <a:t>Nextflow</a:t>
            </a:r>
            <a:r>
              <a:rPr lang="en-US" dirty="0"/>
              <a:t> script.</a:t>
            </a:r>
          </a:p>
          <a:p>
            <a:endParaRPr lang="en-US" dirty="0"/>
          </a:p>
        </p:txBody>
      </p:sp>
      <p:sp>
        <p:nvSpPr>
          <p:cNvPr id="4" name="Slide Number Placeholder 3">
            <a:extLst>
              <a:ext uri="{FF2B5EF4-FFF2-40B4-BE49-F238E27FC236}">
                <a16:creationId xmlns:a16="http://schemas.microsoft.com/office/drawing/2014/main" id="{1305600B-6E7E-4F04-7D46-E49BEF03775B}"/>
              </a:ext>
            </a:extLst>
          </p:cNvPr>
          <p:cNvSpPr>
            <a:spLocks noGrp="1"/>
          </p:cNvSpPr>
          <p:nvPr>
            <p:ph type="sldNum" sz="quarter" idx="12"/>
          </p:nvPr>
        </p:nvSpPr>
        <p:spPr/>
        <p:txBody>
          <a:bodyPr/>
          <a:lstStyle/>
          <a:p>
            <a:fld id="{8EDBA861-06E5-4444-A7F4-C8274B7105C9}" type="slidenum">
              <a:rPr lang="en-US" smtClean="0"/>
              <a:t>3</a:t>
            </a:fld>
            <a:endParaRPr lang="en-US"/>
          </a:p>
        </p:txBody>
      </p:sp>
    </p:spTree>
    <p:extLst>
      <p:ext uri="{BB962C8B-B14F-4D97-AF65-F5344CB8AC3E}">
        <p14:creationId xmlns:p14="http://schemas.microsoft.com/office/powerpoint/2010/main" val="121229573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B6014C-D61B-FE54-CB5F-31CBB1C4A818}"/>
              </a:ext>
            </a:extLst>
          </p:cNvPr>
          <p:cNvSpPr>
            <a:spLocks noGrp="1"/>
          </p:cNvSpPr>
          <p:nvPr>
            <p:ph type="title"/>
          </p:nvPr>
        </p:nvSpPr>
        <p:spPr/>
        <p:txBody>
          <a:bodyPr/>
          <a:lstStyle/>
          <a:p>
            <a:r>
              <a:rPr lang="en-US" dirty="0"/>
              <a:t>Workflows</a:t>
            </a:r>
          </a:p>
        </p:txBody>
      </p:sp>
      <p:sp>
        <p:nvSpPr>
          <p:cNvPr id="3" name="Content Placeholder 2">
            <a:extLst>
              <a:ext uri="{FF2B5EF4-FFF2-40B4-BE49-F238E27FC236}">
                <a16:creationId xmlns:a16="http://schemas.microsoft.com/office/drawing/2014/main" id="{1B8CC92A-1DF5-C147-5623-FB1A5BFF415A}"/>
              </a:ext>
            </a:extLst>
          </p:cNvPr>
          <p:cNvSpPr>
            <a:spLocks noGrp="1"/>
          </p:cNvSpPr>
          <p:nvPr>
            <p:ph idx="1"/>
          </p:nvPr>
        </p:nvSpPr>
        <p:spPr>
          <a:xfrm>
            <a:off x="838200" y="1825625"/>
            <a:ext cx="5951220" cy="4351338"/>
          </a:xfrm>
        </p:spPr>
        <p:txBody>
          <a:bodyPr/>
          <a:lstStyle/>
          <a:p>
            <a:r>
              <a:rPr lang="en-US" dirty="0"/>
              <a:t>run a sequence of tasks</a:t>
            </a:r>
          </a:p>
          <a:p>
            <a:r>
              <a:rPr lang="en-US" dirty="0"/>
              <a:t>often multiple software packages</a:t>
            </a:r>
          </a:p>
          <a:p>
            <a:endParaRPr lang="en-US" dirty="0"/>
          </a:p>
          <a:p>
            <a:r>
              <a:rPr lang="en-US" dirty="0"/>
              <a:t>as workflows become larger and more complex, the management of the programming logic and software becomes difficult</a:t>
            </a:r>
          </a:p>
          <a:p>
            <a:pPr lvl="1"/>
            <a:r>
              <a:rPr lang="en-US" dirty="0"/>
              <a:t>need a workflow language that handles this better than Bash or Python</a:t>
            </a:r>
          </a:p>
        </p:txBody>
      </p:sp>
      <p:pic>
        <p:nvPicPr>
          <p:cNvPr id="5" name="Picture 4" descr="Diagram&#10;&#10;AI-generated content may be incorrect.">
            <a:extLst>
              <a:ext uri="{FF2B5EF4-FFF2-40B4-BE49-F238E27FC236}">
                <a16:creationId xmlns:a16="http://schemas.microsoft.com/office/drawing/2014/main" id="{C0CEC2D2-61DA-6ED8-682E-690AE6F0619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945492" y="445501"/>
            <a:ext cx="3170195" cy="6195597"/>
          </a:xfrm>
          <a:prstGeom prst="rect">
            <a:avLst/>
          </a:prstGeom>
        </p:spPr>
      </p:pic>
      <p:sp>
        <p:nvSpPr>
          <p:cNvPr id="4" name="Slide Number Placeholder 3">
            <a:extLst>
              <a:ext uri="{FF2B5EF4-FFF2-40B4-BE49-F238E27FC236}">
                <a16:creationId xmlns:a16="http://schemas.microsoft.com/office/drawing/2014/main" id="{6AE7186C-2513-E489-CEF6-042CA2BACBF3}"/>
              </a:ext>
            </a:extLst>
          </p:cNvPr>
          <p:cNvSpPr>
            <a:spLocks noGrp="1"/>
          </p:cNvSpPr>
          <p:nvPr>
            <p:ph type="sldNum" sz="quarter" idx="12"/>
          </p:nvPr>
        </p:nvSpPr>
        <p:spPr/>
        <p:txBody>
          <a:bodyPr/>
          <a:lstStyle/>
          <a:p>
            <a:fld id="{8EDBA861-06E5-4444-A7F4-C8274B7105C9}" type="slidenum">
              <a:rPr lang="en-US" smtClean="0"/>
              <a:t>4</a:t>
            </a:fld>
            <a:endParaRPr lang="en-US"/>
          </a:p>
        </p:txBody>
      </p:sp>
    </p:spTree>
    <p:extLst>
      <p:ext uri="{BB962C8B-B14F-4D97-AF65-F5344CB8AC3E}">
        <p14:creationId xmlns:p14="http://schemas.microsoft.com/office/powerpoint/2010/main" val="327170483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82E537-D181-3504-F45D-433CAD6205BB}"/>
              </a:ext>
            </a:extLst>
          </p:cNvPr>
          <p:cNvSpPr>
            <a:spLocks noGrp="1"/>
          </p:cNvSpPr>
          <p:nvPr>
            <p:ph type="title"/>
          </p:nvPr>
        </p:nvSpPr>
        <p:spPr/>
        <p:txBody>
          <a:bodyPr/>
          <a:lstStyle/>
          <a:p>
            <a:r>
              <a:rPr lang="en-US" dirty="0"/>
              <a:t>Workflow management systems</a:t>
            </a:r>
          </a:p>
        </p:txBody>
      </p:sp>
      <p:sp>
        <p:nvSpPr>
          <p:cNvPr id="3" name="Content Placeholder 2">
            <a:extLst>
              <a:ext uri="{FF2B5EF4-FFF2-40B4-BE49-F238E27FC236}">
                <a16:creationId xmlns:a16="http://schemas.microsoft.com/office/drawing/2014/main" id="{67DFD60D-E3B3-9C1B-91FD-E1EE3B8C5C45}"/>
              </a:ext>
            </a:extLst>
          </p:cNvPr>
          <p:cNvSpPr>
            <a:spLocks noGrp="1"/>
          </p:cNvSpPr>
          <p:nvPr>
            <p:ph idx="1"/>
          </p:nvPr>
        </p:nvSpPr>
        <p:spPr/>
        <p:txBody>
          <a:bodyPr>
            <a:normAutofit fontScale="92500"/>
          </a:bodyPr>
          <a:lstStyle/>
          <a:p>
            <a:r>
              <a:rPr lang="en-US" i="1" dirty="0"/>
              <a:t>Workflow Management Systems</a:t>
            </a:r>
            <a:r>
              <a:rPr lang="en-US" dirty="0"/>
              <a:t> (</a:t>
            </a:r>
            <a:r>
              <a:rPr lang="en-US" dirty="0" err="1"/>
              <a:t>WfMS</a:t>
            </a:r>
            <a:r>
              <a:rPr lang="en-US" dirty="0"/>
              <a:t>) such as </a:t>
            </a:r>
            <a:r>
              <a:rPr lang="en-US" dirty="0" err="1">
                <a:hlinkClick r:id="rId2"/>
              </a:rPr>
              <a:t>Snakemake</a:t>
            </a:r>
            <a:r>
              <a:rPr lang="en-US" dirty="0"/>
              <a:t>, </a:t>
            </a:r>
            <a:r>
              <a:rPr lang="en-US" dirty="0">
                <a:hlinkClick r:id="rId3"/>
              </a:rPr>
              <a:t>Galaxy</a:t>
            </a:r>
            <a:r>
              <a:rPr lang="en-US" dirty="0"/>
              <a:t>, and </a:t>
            </a:r>
            <a:r>
              <a:rPr lang="en-US" dirty="0" err="1">
                <a:hlinkClick r:id="rId4"/>
              </a:rPr>
              <a:t>Nextflow</a:t>
            </a:r>
            <a:r>
              <a:rPr lang="en-US" dirty="0"/>
              <a:t> have been developed specifically to manage computational data-analysis workflows in fields such as bioinformatics, imaging, physics, and chemistry. </a:t>
            </a:r>
          </a:p>
          <a:p>
            <a:r>
              <a:rPr lang="en-US" dirty="0"/>
              <a:t>These systems contain multiple features that simplify the development, monitoring, execution and sharing of pipelines, such as:</a:t>
            </a:r>
          </a:p>
          <a:p>
            <a:pPr lvl="1"/>
            <a:r>
              <a:rPr lang="en-US" dirty="0"/>
              <a:t>Run time management</a:t>
            </a:r>
          </a:p>
          <a:p>
            <a:pPr lvl="1"/>
            <a:r>
              <a:rPr lang="en-US" dirty="0"/>
              <a:t>Software management</a:t>
            </a:r>
          </a:p>
          <a:p>
            <a:pPr lvl="1"/>
            <a:r>
              <a:rPr lang="en-US" dirty="0"/>
              <a:t>Portability &amp; Interoperability</a:t>
            </a:r>
          </a:p>
          <a:p>
            <a:pPr lvl="1"/>
            <a:r>
              <a:rPr lang="en-US" dirty="0"/>
              <a:t>Reproducibility</a:t>
            </a:r>
          </a:p>
          <a:p>
            <a:pPr lvl="1"/>
            <a:r>
              <a:rPr lang="en-US" dirty="0"/>
              <a:t>Re-</a:t>
            </a:r>
            <a:r>
              <a:rPr lang="en-US" dirty="0" err="1"/>
              <a:t>entrancy</a:t>
            </a:r>
            <a:endParaRPr lang="en-US" dirty="0"/>
          </a:p>
          <a:p>
            <a:endParaRPr lang="en-US" dirty="0"/>
          </a:p>
        </p:txBody>
      </p:sp>
      <p:sp>
        <p:nvSpPr>
          <p:cNvPr id="4" name="Slide Number Placeholder 3">
            <a:extLst>
              <a:ext uri="{FF2B5EF4-FFF2-40B4-BE49-F238E27FC236}">
                <a16:creationId xmlns:a16="http://schemas.microsoft.com/office/drawing/2014/main" id="{764BD491-A97A-FF60-EFD7-5E691A91745A}"/>
              </a:ext>
            </a:extLst>
          </p:cNvPr>
          <p:cNvSpPr>
            <a:spLocks noGrp="1"/>
          </p:cNvSpPr>
          <p:nvPr>
            <p:ph type="sldNum" sz="quarter" idx="12"/>
          </p:nvPr>
        </p:nvSpPr>
        <p:spPr/>
        <p:txBody>
          <a:bodyPr/>
          <a:lstStyle/>
          <a:p>
            <a:fld id="{8EDBA861-06E5-4444-A7F4-C8274B7105C9}" type="slidenum">
              <a:rPr lang="en-US" smtClean="0"/>
              <a:t>5</a:t>
            </a:fld>
            <a:endParaRPr lang="en-US"/>
          </a:p>
        </p:txBody>
      </p:sp>
    </p:spTree>
    <p:extLst>
      <p:ext uri="{BB962C8B-B14F-4D97-AF65-F5344CB8AC3E}">
        <p14:creationId xmlns:p14="http://schemas.microsoft.com/office/powerpoint/2010/main" val="177073290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3C76CE-C027-429B-EAB2-B9D0D5D9C7B3}"/>
              </a:ext>
            </a:extLst>
          </p:cNvPr>
          <p:cNvSpPr>
            <a:spLocks noGrp="1"/>
          </p:cNvSpPr>
          <p:nvPr>
            <p:ph type="title"/>
          </p:nvPr>
        </p:nvSpPr>
        <p:spPr/>
        <p:txBody>
          <a:bodyPr/>
          <a:lstStyle/>
          <a:p>
            <a:r>
              <a:rPr lang="en-US" dirty="0"/>
              <a:t>Workflow management systems</a:t>
            </a:r>
          </a:p>
        </p:txBody>
      </p:sp>
      <p:pic>
        <p:nvPicPr>
          <p:cNvPr id="5" name="Content Placeholder 4" descr="Graphical user interface, diagram&#10;&#10;AI-generated content may be incorrect.">
            <a:extLst>
              <a:ext uri="{FF2B5EF4-FFF2-40B4-BE49-F238E27FC236}">
                <a16:creationId xmlns:a16="http://schemas.microsoft.com/office/drawing/2014/main" id="{E96004F3-879D-BD52-4FF1-D0F3BAA2EE40}"/>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838200" y="1311585"/>
            <a:ext cx="7935126" cy="5265119"/>
          </a:xfrm>
        </p:spPr>
      </p:pic>
      <p:sp>
        <p:nvSpPr>
          <p:cNvPr id="7" name="TextBox 6">
            <a:extLst>
              <a:ext uri="{FF2B5EF4-FFF2-40B4-BE49-F238E27FC236}">
                <a16:creationId xmlns:a16="http://schemas.microsoft.com/office/drawing/2014/main" id="{9B983E90-2801-01B9-88C0-6FE78F7EFCE0}"/>
              </a:ext>
            </a:extLst>
          </p:cNvPr>
          <p:cNvSpPr txBox="1"/>
          <p:nvPr/>
        </p:nvSpPr>
        <p:spPr>
          <a:xfrm>
            <a:off x="9086850" y="3183166"/>
            <a:ext cx="3107054" cy="2585323"/>
          </a:xfrm>
          <a:prstGeom prst="rect">
            <a:avLst/>
          </a:prstGeom>
          <a:noFill/>
        </p:spPr>
        <p:txBody>
          <a:bodyPr wrap="square">
            <a:spAutoFit/>
          </a:bodyPr>
          <a:lstStyle/>
          <a:p>
            <a:r>
              <a:rPr lang="en-US" dirty="0"/>
              <a:t>Wratten, L., Wilm, A. &amp; </a:t>
            </a:r>
            <a:r>
              <a:rPr lang="en-US" dirty="0" err="1"/>
              <a:t>Göke</a:t>
            </a:r>
            <a:r>
              <a:rPr lang="en-US" dirty="0"/>
              <a:t>, J. Reproducible, scalable, and shareable analysis pipelines with bioinformatics workflow managers. Nat Methods 18, 1161–1168 (2021). </a:t>
            </a:r>
            <a:r>
              <a:rPr lang="en-US" dirty="0">
                <a:hlinkClick r:id="rId3"/>
              </a:rPr>
              <a:t>https://doi.org/10.1038/s41592-021-01254-9</a:t>
            </a:r>
            <a:endParaRPr lang="en-US" dirty="0"/>
          </a:p>
        </p:txBody>
      </p:sp>
      <p:sp>
        <p:nvSpPr>
          <p:cNvPr id="3" name="Slide Number Placeholder 2">
            <a:extLst>
              <a:ext uri="{FF2B5EF4-FFF2-40B4-BE49-F238E27FC236}">
                <a16:creationId xmlns:a16="http://schemas.microsoft.com/office/drawing/2014/main" id="{033E9DD6-F7DB-6C05-EA53-5C1E0F60623A}"/>
              </a:ext>
            </a:extLst>
          </p:cNvPr>
          <p:cNvSpPr>
            <a:spLocks noGrp="1"/>
          </p:cNvSpPr>
          <p:nvPr>
            <p:ph type="sldNum" sz="quarter" idx="12"/>
          </p:nvPr>
        </p:nvSpPr>
        <p:spPr/>
        <p:txBody>
          <a:bodyPr/>
          <a:lstStyle/>
          <a:p>
            <a:fld id="{8EDBA861-06E5-4444-A7F4-C8274B7105C9}" type="slidenum">
              <a:rPr lang="en-US" smtClean="0"/>
              <a:t>6</a:t>
            </a:fld>
            <a:endParaRPr lang="en-US"/>
          </a:p>
        </p:txBody>
      </p:sp>
    </p:spTree>
    <p:extLst>
      <p:ext uri="{BB962C8B-B14F-4D97-AF65-F5344CB8AC3E}">
        <p14:creationId xmlns:p14="http://schemas.microsoft.com/office/powerpoint/2010/main" val="23697905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274944-438A-55A7-B848-2436CA515348}"/>
              </a:ext>
            </a:extLst>
          </p:cNvPr>
          <p:cNvSpPr>
            <a:spLocks noGrp="1"/>
          </p:cNvSpPr>
          <p:nvPr>
            <p:ph type="title"/>
          </p:nvPr>
        </p:nvSpPr>
        <p:spPr/>
        <p:txBody>
          <a:bodyPr/>
          <a:lstStyle/>
          <a:p>
            <a:r>
              <a:rPr lang="en-US" dirty="0"/>
              <a:t>Processes, channels, and workflows</a:t>
            </a:r>
          </a:p>
        </p:txBody>
      </p:sp>
      <p:sp>
        <p:nvSpPr>
          <p:cNvPr id="3" name="Content Placeholder 2">
            <a:extLst>
              <a:ext uri="{FF2B5EF4-FFF2-40B4-BE49-F238E27FC236}">
                <a16:creationId xmlns:a16="http://schemas.microsoft.com/office/drawing/2014/main" id="{AA6F4EB1-25D6-A4DF-D423-183672851419}"/>
              </a:ext>
            </a:extLst>
          </p:cNvPr>
          <p:cNvSpPr>
            <a:spLocks noGrp="1"/>
          </p:cNvSpPr>
          <p:nvPr>
            <p:ph idx="1"/>
          </p:nvPr>
        </p:nvSpPr>
        <p:spPr/>
        <p:txBody>
          <a:bodyPr>
            <a:normAutofit/>
          </a:bodyPr>
          <a:lstStyle/>
          <a:p>
            <a:r>
              <a:rPr lang="en-US" dirty="0" err="1"/>
              <a:t>Nextflow</a:t>
            </a:r>
            <a:r>
              <a:rPr lang="en-US" dirty="0"/>
              <a:t> workflows have 3 main parts: </a:t>
            </a:r>
            <a:r>
              <a:rPr lang="en-US" b="1" i="1" dirty="0"/>
              <a:t>processes</a:t>
            </a:r>
            <a:r>
              <a:rPr lang="en-US" dirty="0"/>
              <a:t>, </a:t>
            </a:r>
            <a:r>
              <a:rPr lang="en-US" b="1" i="1" dirty="0"/>
              <a:t>channels</a:t>
            </a:r>
            <a:r>
              <a:rPr lang="en-US" dirty="0"/>
              <a:t>, and </a:t>
            </a:r>
            <a:r>
              <a:rPr lang="en-US" b="1" i="1" dirty="0"/>
              <a:t>workflows</a:t>
            </a:r>
            <a:r>
              <a:rPr lang="en-US" dirty="0"/>
              <a:t>.</a:t>
            </a:r>
          </a:p>
          <a:p>
            <a:pPr marL="914400" lvl="1" indent="-457200">
              <a:buFont typeface="+mj-lt"/>
              <a:buAutoNum type="arabicPeriod"/>
            </a:pPr>
            <a:r>
              <a:rPr lang="en-US" b="1" i="1" dirty="0"/>
              <a:t>Processes</a:t>
            </a:r>
            <a:r>
              <a:rPr lang="en-US" dirty="0"/>
              <a:t> describe a task to be run. A process script can be written in any scripting language that can be executed by the Linux platform (Bash, Perl, Ruby, Python, R, etc.). Processes spawn a task for each complete input set. Each task is executed independently and cannot interact with other tasks. The only way data can be passed between process tasks is via asynchronous queues, called </a:t>
            </a:r>
            <a:r>
              <a:rPr lang="en-US" b="1" i="1" dirty="0"/>
              <a:t>channels</a:t>
            </a:r>
            <a:r>
              <a:rPr lang="en-US" dirty="0"/>
              <a:t>.</a:t>
            </a:r>
          </a:p>
          <a:p>
            <a:pPr marL="914400" lvl="1" indent="-457200">
              <a:buFont typeface="+mj-lt"/>
              <a:buAutoNum type="arabicPeriod"/>
            </a:pPr>
            <a:r>
              <a:rPr lang="en-US" dirty="0"/>
              <a:t>Processes define inputs and outputs for a task. </a:t>
            </a:r>
            <a:r>
              <a:rPr lang="en-US" i="1" dirty="0"/>
              <a:t>Channels</a:t>
            </a:r>
            <a:r>
              <a:rPr lang="en-US" dirty="0"/>
              <a:t> are then used to manipulate the flow of data from one process to the next.</a:t>
            </a:r>
          </a:p>
          <a:p>
            <a:pPr marL="914400" lvl="1" indent="-457200">
              <a:buFont typeface="+mj-lt"/>
              <a:buAutoNum type="arabicPeriod"/>
            </a:pPr>
            <a:r>
              <a:rPr lang="en-US" dirty="0"/>
              <a:t>The interaction between processes, and ultimately the pipeline execution flow itself, is then explicitly defined in a </a:t>
            </a:r>
            <a:r>
              <a:rPr lang="en-US" b="1" i="1" dirty="0"/>
              <a:t>workflow</a:t>
            </a:r>
            <a:r>
              <a:rPr lang="en-US" dirty="0"/>
              <a:t> section.</a:t>
            </a:r>
          </a:p>
          <a:p>
            <a:endParaRPr lang="en-US" dirty="0"/>
          </a:p>
        </p:txBody>
      </p:sp>
      <p:sp>
        <p:nvSpPr>
          <p:cNvPr id="4" name="Slide Number Placeholder 3">
            <a:extLst>
              <a:ext uri="{FF2B5EF4-FFF2-40B4-BE49-F238E27FC236}">
                <a16:creationId xmlns:a16="http://schemas.microsoft.com/office/drawing/2014/main" id="{6991E119-3C23-9F64-5E17-7F483246FBCD}"/>
              </a:ext>
            </a:extLst>
          </p:cNvPr>
          <p:cNvSpPr>
            <a:spLocks noGrp="1"/>
          </p:cNvSpPr>
          <p:nvPr>
            <p:ph type="sldNum" sz="quarter" idx="12"/>
          </p:nvPr>
        </p:nvSpPr>
        <p:spPr/>
        <p:txBody>
          <a:bodyPr/>
          <a:lstStyle/>
          <a:p>
            <a:fld id="{8EDBA861-06E5-4444-A7F4-C8274B7105C9}" type="slidenum">
              <a:rPr lang="en-US" smtClean="0"/>
              <a:t>7</a:t>
            </a:fld>
            <a:endParaRPr lang="en-US"/>
          </a:p>
        </p:txBody>
      </p:sp>
    </p:spTree>
    <p:extLst>
      <p:ext uri="{BB962C8B-B14F-4D97-AF65-F5344CB8AC3E}">
        <p14:creationId xmlns:p14="http://schemas.microsoft.com/office/powerpoint/2010/main" val="392126732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5AE01F-07D3-888B-D278-A29E823CBC7C}"/>
              </a:ext>
            </a:extLst>
          </p:cNvPr>
          <p:cNvSpPr>
            <a:spLocks noGrp="1"/>
          </p:cNvSpPr>
          <p:nvPr>
            <p:ph type="title"/>
          </p:nvPr>
        </p:nvSpPr>
        <p:spPr/>
        <p:txBody>
          <a:bodyPr/>
          <a:lstStyle/>
          <a:p>
            <a:r>
              <a:rPr lang="en-US" dirty="0"/>
              <a:t>Processes, channels, and workflows</a:t>
            </a:r>
          </a:p>
        </p:txBody>
      </p:sp>
      <p:pic>
        <p:nvPicPr>
          <p:cNvPr id="5" name="Content Placeholder 4" descr="Diagram&#10;&#10;AI-generated content may be incorrect.">
            <a:extLst>
              <a:ext uri="{FF2B5EF4-FFF2-40B4-BE49-F238E27FC236}">
                <a16:creationId xmlns:a16="http://schemas.microsoft.com/office/drawing/2014/main" id="{ED899D3F-DF24-952F-17A2-4C82623DC5CD}"/>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12420" y="2636503"/>
            <a:ext cx="11567160" cy="2729581"/>
          </a:xfrm>
        </p:spPr>
      </p:pic>
      <p:sp>
        <p:nvSpPr>
          <p:cNvPr id="3" name="Slide Number Placeholder 2">
            <a:extLst>
              <a:ext uri="{FF2B5EF4-FFF2-40B4-BE49-F238E27FC236}">
                <a16:creationId xmlns:a16="http://schemas.microsoft.com/office/drawing/2014/main" id="{79B43096-D82A-4645-7F2F-AD1DA827FB71}"/>
              </a:ext>
            </a:extLst>
          </p:cNvPr>
          <p:cNvSpPr>
            <a:spLocks noGrp="1"/>
          </p:cNvSpPr>
          <p:nvPr>
            <p:ph type="sldNum" sz="quarter" idx="12"/>
          </p:nvPr>
        </p:nvSpPr>
        <p:spPr/>
        <p:txBody>
          <a:bodyPr/>
          <a:lstStyle/>
          <a:p>
            <a:fld id="{8EDBA861-06E5-4444-A7F4-C8274B7105C9}" type="slidenum">
              <a:rPr lang="en-US" smtClean="0"/>
              <a:t>8</a:t>
            </a:fld>
            <a:endParaRPr lang="en-US"/>
          </a:p>
        </p:txBody>
      </p:sp>
    </p:spTree>
    <p:extLst>
      <p:ext uri="{BB962C8B-B14F-4D97-AF65-F5344CB8AC3E}">
        <p14:creationId xmlns:p14="http://schemas.microsoft.com/office/powerpoint/2010/main" val="19713764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Diagram&#10;&#10;AI-generated content may be incorrect.">
            <a:extLst>
              <a:ext uri="{FF2B5EF4-FFF2-40B4-BE49-F238E27FC236}">
                <a16:creationId xmlns:a16="http://schemas.microsoft.com/office/drawing/2014/main" id="{722B7CEC-6CF6-ADA9-3FE9-35D5F5D7E3A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888403" y="1345565"/>
            <a:ext cx="5303597" cy="4600058"/>
          </a:xfrm>
          <a:prstGeom prst="rect">
            <a:avLst/>
          </a:prstGeom>
        </p:spPr>
      </p:pic>
      <p:sp>
        <p:nvSpPr>
          <p:cNvPr id="2" name="Title 1">
            <a:extLst>
              <a:ext uri="{FF2B5EF4-FFF2-40B4-BE49-F238E27FC236}">
                <a16:creationId xmlns:a16="http://schemas.microsoft.com/office/drawing/2014/main" id="{8F39345C-7A2A-5DDB-D2AE-B6B02DD2A1AB}"/>
              </a:ext>
            </a:extLst>
          </p:cNvPr>
          <p:cNvSpPr>
            <a:spLocks noGrp="1"/>
          </p:cNvSpPr>
          <p:nvPr>
            <p:ph type="title"/>
          </p:nvPr>
        </p:nvSpPr>
        <p:spPr/>
        <p:txBody>
          <a:bodyPr/>
          <a:lstStyle/>
          <a:p>
            <a:r>
              <a:rPr lang="en-US" dirty="0"/>
              <a:t>Workflow execution</a:t>
            </a:r>
          </a:p>
        </p:txBody>
      </p:sp>
      <p:sp>
        <p:nvSpPr>
          <p:cNvPr id="3" name="Content Placeholder 2">
            <a:extLst>
              <a:ext uri="{FF2B5EF4-FFF2-40B4-BE49-F238E27FC236}">
                <a16:creationId xmlns:a16="http://schemas.microsoft.com/office/drawing/2014/main" id="{0EA70B71-9C72-670C-8768-176DA0B7D0E3}"/>
              </a:ext>
            </a:extLst>
          </p:cNvPr>
          <p:cNvSpPr>
            <a:spLocks noGrp="1"/>
          </p:cNvSpPr>
          <p:nvPr>
            <p:ph idx="1"/>
          </p:nvPr>
        </p:nvSpPr>
        <p:spPr>
          <a:xfrm>
            <a:off x="838200" y="1825625"/>
            <a:ext cx="6442710" cy="4351338"/>
          </a:xfrm>
        </p:spPr>
        <p:txBody>
          <a:bodyPr>
            <a:normAutofit fontScale="62500" lnSpcReduction="20000"/>
          </a:bodyPr>
          <a:lstStyle/>
          <a:p>
            <a:r>
              <a:rPr lang="en-US" dirty="0"/>
              <a:t>While a process defines what command or script must be executed, the </a:t>
            </a:r>
            <a:r>
              <a:rPr lang="en-US" b="1" i="1" dirty="0"/>
              <a:t>executor</a:t>
            </a:r>
            <a:r>
              <a:rPr lang="en-US" dirty="0"/>
              <a:t> determines how that script is run in the target system.</a:t>
            </a:r>
          </a:p>
          <a:p>
            <a:r>
              <a:rPr lang="en-US" dirty="0"/>
              <a:t>If not otherwise specified, processes are executed on the local computer. The local executor is very useful for pipeline development, testing, and small-scale workflows, but for large-scale computational pipelines, a High Performance Cluster (HPC) or Cloud platform is often required.</a:t>
            </a:r>
          </a:p>
          <a:p>
            <a:r>
              <a:rPr lang="en-US" dirty="0" err="1"/>
              <a:t>Nextflow</a:t>
            </a:r>
            <a:r>
              <a:rPr lang="en-US" dirty="0"/>
              <a:t> provides a separation between the pipeline’s functional logic and the underlying execution platform. This makes it possible to write a pipeline once, and then run it on your computer, compute cluster, or the cloud, </a:t>
            </a:r>
            <a:r>
              <a:rPr lang="en-US" u="sng" dirty="0"/>
              <a:t>without modifying the workflow</a:t>
            </a:r>
            <a:r>
              <a:rPr lang="en-US" dirty="0"/>
              <a:t>, by defining the target execution platform in a </a:t>
            </a:r>
            <a:r>
              <a:rPr lang="en-US" b="1" dirty="0"/>
              <a:t>configuration file</a:t>
            </a:r>
            <a:r>
              <a:rPr lang="en-US" dirty="0"/>
              <a:t>.</a:t>
            </a:r>
          </a:p>
          <a:p>
            <a:r>
              <a:rPr lang="en-US" dirty="0" err="1"/>
              <a:t>Nextflow</a:t>
            </a:r>
            <a:r>
              <a:rPr lang="en-US" dirty="0"/>
              <a:t> provides out-of-the-box support for major batch schedulers and cloud platforms such as Sun Grid Engine, SLURM job scheduler, AWS Batch service and Kubernetes.</a:t>
            </a:r>
          </a:p>
          <a:p>
            <a:pPr lvl="1"/>
            <a:r>
              <a:rPr lang="en-US" dirty="0"/>
              <a:t>A full list can be found </a:t>
            </a:r>
            <a:r>
              <a:rPr lang="en-US" dirty="0">
                <a:hlinkClick r:id="rId3"/>
              </a:rPr>
              <a:t>here</a:t>
            </a:r>
            <a:r>
              <a:rPr lang="en-US" dirty="0"/>
              <a:t>.</a:t>
            </a:r>
          </a:p>
        </p:txBody>
      </p:sp>
      <p:sp>
        <p:nvSpPr>
          <p:cNvPr id="4" name="Slide Number Placeholder 3">
            <a:extLst>
              <a:ext uri="{FF2B5EF4-FFF2-40B4-BE49-F238E27FC236}">
                <a16:creationId xmlns:a16="http://schemas.microsoft.com/office/drawing/2014/main" id="{F2A25D21-7E8A-249F-FDCB-9F24702D7469}"/>
              </a:ext>
            </a:extLst>
          </p:cNvPr>
          <p:cNvSpPr>
            <a:spLocks noGrp="1"/>
          </p:cNvSpPr>
          <p:nvPr>
            <p:ph type="sldNum" sz="quarter" idx="12"/>
          </p:nvPr>
        </p:nvSpPr>
        <p:spPr/>
        <p:txBody>
          <a:bodyPr/>
          <a:lstStyle/>
          <a:p>
            <a:fld id="{8EDBA861-06E5-4444-A7F4-C8274B7105C9}" type="slidenum">
              <a:rPr lang="en-US" smtClean="0"/>
              <a:t>9</a:t>
            </a:fld>
            <a:endParaRPr lang="en-US"/>
          </a:p>
        </p:txBody>
      </p:sp>
    </p:spTree>
    <p:extLst>
      <p:ext uri="{BB962C8B-B14F-4D97-AF65-F5344CB8AC3E}">
        <p14:creationId xmlns:p14="http://schemas.microsoft.com/office/powerpoint/2010/main" val="398416107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F41296-E629-4BB5-6F97-B433261433AA}"/>
              </a:ext>
            </a:extLst>
          </p:cNvPr>
          <p:cNvSpPr>
            <a:spLocks noGrp="1"/>
          </p:cNvSpPr>
          <p:nvPr>
            <p:ph type="title"/>
          </p:nvPr>
        </p:nvSpPr>
        <p:spPr/>
        <p:txBody>
          <a:bodyPr/>
          <a:lstStyle/>
          <a:p>
            <a:r>
              <a:rPr lang="en-US" dirty="0"/>
              <a:t>Your first script</a:t>
            </a:r>
          </a:p>
        </p:txBody>
      </p:sp>
      <p:pic>
        <p:nvPicPr>
          <p:cNvPr id="7" name="Content Placeholder 6">
            <a:extLst>
              <a:ext uri="{FF2B5EF4-FFF2-40B4-BE49-F238E27FC236}">
                <a16:creationId xmlns:a16="http://schemas.microsoft.com/office/drawing/2014/main" id="{AF32FF93-EAAF-B29F-233A-CFF1ACF72C17}"/>
              </a:ext>
            </a:extLst>
          </p:cNvPr>
          <p:cNvPicPr>
            <a:picLocks noGrp="1" noChangeAspect="1"/>
          </p:cNvPicPr>
          <p:nvPr>
            <p:ph idx="1"/>
          </p:nvPr>
        </p:nvPicPr>
        <p:blipFill>
          <a:blip r:embed="rId2"/>
          <a:stretch>
            <a:fillRect/>
          </a:stretch>
        </p:blipFill>
        <p:spPr>
          <a:xfrm>
            <a:off x="2908300" y="1407941"/>
            <a:ext cx="6705600" cy="3173586"/>
          </a:xfrm>
          <a:prstGeom prst="rect">
            <a:avLst/>
          </a:prstGeom>
        </p:spPr>
      </p:pic>
      <p:pic>
        <p:nvPicPr>
          <p:cNvPr id="9" name="Picture 8">
            <a:extLst>
              <a:ext uri="{FF2B5EF4-FFF2-40B4-BE49-F238E27FC236}">
                <a16:creationId xmlns:a16="http://schemas.microsoft.com/office/drawing/2014/main" id="{DEAFB9DC-E86B-49EA-0676-A70D0FA6B65A}"/>
              </a:ext>
            </a:extLst>
          </p:cNvPr>
          <p:cNvPicPr>
            <a:picLocks noChangeAspect="1"/>
          </p:cNvPicPr>
          <p:nvPr/>
        </p:nvPicPr>
        <p:blipFill>
          <a:blip r:embed="rId3"/>
          <a:stretch>
            <a:fillRect/>
          </a:stretch>
        </p:blipFill>
        <p:spPr>
          <a:xfrm>
            <a:off x="2908300" y="5117695"/>
            <a:ext cx="5106113" cy="285790"/>
          </a:xfrm>
          <a:prstGeom prst="rect">
            <a:avLst/>
          </a:prstGeom>
        </p:spPr>
      </p:pic>
      <p:pic>
        <p:nvPicPr>
          <p:cNvPr id="11" name="Picture 10">
            <a:extLst>
              <a:ext uri="{FF2B5EF4-FFF2-40B4-BE49-F238E27FC236}">
                <a16:creationId xmlns:a16="http://schemas.microsoft.com/office/drawing/2014/main" id="{C785AEEB-6E22-3290-1983-2AFCE3379078}"/>
              </a:ext>
            </a:extLst>
          </p:cNvPr>
          <p:cNvPicPr>
            <a:picLocks noChangeAspect="1"/>
          </p:cNvPicPr>
          <p:nvPr/>
        </p:nvPicPr>
        <p:blipFill>
          <a:blip r:embed="rId4"/>
          <a:stretch>
            <a:fillRect/>
          </a:stretch>
        </p:blipFill>
        <p:spPr>
          <a:xfrm>
            <a:off x="2908300" y="5403486"/>
            <a:ext cx="6705600" cy="1183957"/>
          </a:xfrm>
          <a:prstGeom prst="rect">
            <a:avLst/>
          </a:prstGeom>
        </p:spPr>
      </p:pic>
      <p:sp>
        <p:nvSpPr>
          <p:cNvPr id="12" name="Slide Number Placeholder 11">
            <a:extLst>
              <a:ext uri="{FF2B5EF4-FFF2-40B4-BE49-F238E27FC236}">
                <a16:creationId xmlns:a16="http://schemas.microsoft.com/office/drawing/2014/main" id="{5A8C7017-6B77-D9C7-3F64-94D841F34933}"/>
              </a:ext>
            </a:extLst>
          </p:cNvPr>
          <p:cNvSpPr>
            <a:spLocks noGrp="1"/>
          </p:cNvSpPr>
          <p:nvPr>
            <p:ph type="sldNum" sz="quarter" idx="12"/>
          </p:nvPr>
        </p:nvSpPr>
        <p:spPr/>
        <p:txBody>
          <a:bodyPr/>
          <a:lstStyle/>
          <a:p>
            <a:fld id="{8EDBA861-06E5-4444-A7F4-C8274B7105C9}" type="slidenum">
              <a:rPr lang="en-US" smtClean="0"/>
              <a:t>10</a:t>
            </a:fld>
            <a:endParaRPr lang="en-US"/>
          </a:p>
        </p:txBody>
      </p:sp>
    </p:spTree>
    <p:extLst>
      <p:ext uri="{BB962C8B-B14F-4D97-AF65-F5344CB8AC3E}">
        <p14:creationId xmlns:p14="http://schemas.microsoft.com/office/powerpoint/2010/main" val="331017243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B1A3F7-4FA2-710F-3150-90C103EC5C95}"/>
              </a:ext>
            </a:extLst>
          </p:cNvPr>
          <p:cNvSpPr>
            <a:spLocks noGrp="1"/>
          </p:cNvSpPr>
          <p:nvPr>
            <p:ph type="title"/>
          </p:nvPr>
        </p:nvSpPr>
        <p:spPr/>
        <p:txBody>
          <a:bodyPr/>
          <a:lstStyle/>
          <a:p>
            <a:r>
              <a:rPr lang="en-US" dirty="0"/>
              <a:t>Workflow parameterization</a:t>
            </a:r>
          </a:p>
        </p:txBody>
      </p:sp>
      <p:sp>
        <p:nvSpPr>
          <p:cNvPr id="3" name="Content Placeholder 2">
            <a:extLst>
              <a:ext uri="{FF2B5EF4-FFF2-40B4-BE49-F238E27FC236}">
                <a16:creationId xmlns:a16="http://schemas.microsoft.com/office/drawing/2014/main" id="{D9CDF2C8-B9B1-71A7-5DAC-80B94A855DE5}"/>
              </a:ext>
            </a:extLst>
          </p:cNvPr>
          <p:cNvSpPr>
            <a:spLocks noGrp="1"/>
          </p:cNvSpPr>
          <p:nvPr>
            <p:ph idx="1"/>
          </p:nvPr>
        </p:nvSpPr>
        <p:spPr/>
        <p:txBody>
          <a:bodyPr/>
          <a:lstStyle/>
          <a:p>
            <a:pPr marL="0" indent="0">
              <a:buNone/>
            </a:pPr>
            <a:r>
              <a:rPr lang="en-US" dirty="0"/>
              <a:t>Objectives</a:t>
            </a:r>
          </a:p>
          <a:p>
            <a:r>
              <a:rPr lang="en-US" dirty="0"/>
              <a:t>Use pipeline parameters to change the input to a workflow.</a:t>
            </a:r>
          </a:p>
          <a:p>
            <a:r>
              <a:rPr lang="en-US" dirty="0"/>
              <a:t>Add a pipeline parameters to a </a:t>
            </a:r>
            <a:r>
              <a:rPr lang="en-US" dirty="0" err="1"/>
              <a:t>Nextflow</a:t>
            </a:r>
            <a:r>
              <a:rPr lang="en-US" dirty="0"/>
              <a:t> script.</a:t>
            </a:r>
          </a:p>
          <a:p>
            <a:r>
              <a:rPr lang="en-US" dirty="0"/>
              <a:t>Understand how to create and use a parameter file.</a:t>
            </a:r>
          </a:p>
        </p:txBody>
      </p:sp>
      <p:sp>
        <p:nvSpPr>
          <p:cNvPr id="4" name="Slide Number Placeholder 3">
            <a:extLst>
              <a:ext uri="{FF2B5EF4-FFF2-40B4-BE49-F238E27FC236}">
                <a16:creationId xmlns:a16="http://schemas.microsoft.com/office/drawing/2014/main" id="{6D150A96-8215-5B83-AC1F-C6EF7FED4E39}"/>
              </a:ext>
            </a:extLst>
          </p:cNvPr>
          <p:cNvSpPr>
            <a:spLocks noGrp="1"/>
          </p:cNvSpPr>
          <p:nvPr>
            <p:ph type="sldNum" sz="quarter" idx="12"/>
          </p:nvPr>
        </p:nvSpPr>
        <p:spPr/>
        <p:txBody>
          <a:bodyPr/>
          <a:lstStyle/>
          <a:p>
            <a:fld id="{8EDBA861-06E5-4444-A7F4-C8274B7105C9}" type="slidenum">
              <a:rPr lang="en-US" smtClean="0"/>
              <a:t>11</a:t>
            </a:fld>
            <a:endParaRPr lang="en-US"/>
          </a:p>
        </p:txBody>
      </p:sp>
    </p:spTree>
    <p:extLst>
      <p:ext uri="{BB962C8B-B14F-4D97-AF65-F5344CB8AC3E}">
        <p14:creationId xmlns:p14="http://schemas.microsoft.com/office/powerpoint/2010/main" val="421633757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B73C9E-A43A-5CF9-4002-F7CCA3334C64}"/>
              </a:ext>
            </a:extLst>
          </p:cNvPr>
          <p:cNvSpPr>
            <a:spLocks noGrp="1"/>
          </p:cNvSpPr>
          <p:nvPr>
            <p:ph type="title"/>
          </p:nvPr>
        </p:nvSpPr>
        <p:spPr/>
        <p:txBody>
          <a:bodyPr/>
          <a:lstStyle/>
          <a:p>
            <a:r>
              <a:rPr lang="en-US" dirty="0"/>
              <a:t>Workflow parameterization</a:t>
            </a:r>
          </a:p>
        </p:txBody>
      </p:sp>
      <p:sp>
        <p:nvSpPr>
          <p:cNvPr id="3" name="Content Placeholder 2">
            <a:extLst>
              <a:ext uri="{FF2B5EF4-FFF2-40B4-BE49-F238E27FC236}">
                <a16:creationId xmlns:a16="http://schemas.microsoft.com/office/drawing/2014/main" id="{62B02DD9-7F35-1ECA-CE80-D760D03903BF}"/>
              </a:ext>
            </a:extLst>
          </p:cNvPr>
          <p:cNvSpPr>
            <a:spLocks noGrp="1"/>
          </p:cNvSpPr>
          <p:nvPr>
            <p:ph idx="1"/>
          </p:nvPr>
        </p:nvSpPr>
        <p:spPr/>
        <p:txBody>
          <a:bodyPr>
            <a:normAutofit fontScale="92500" lnSpcReduction="10000"/>
          </a:bodyPr>
          <a:lstStyle/>
          <a:p>
            <a:pPr marL="0" indent="0">
              <a:lnSpc>
                <a:spcPct val="120000"/>
              </a:lnSpc>
              <a:spcBef>
                <a:spcPts val="0"/>
              </a:spcBef>
              <a:buNone/>
            </a:pPr>
            <a:r>
              <a:rPr lang="en-US" sz="1000" dirty="0">
                <a:latin typeface="Courier New" panose="02070309020205020404" pitchFamily="49" charset="0"/>
                <a:cs typeface="Courier New" panose="02070309020205020404" pitchFamily="49" charset="0"/>
              </a:rPr>
              <a:t>#!/usr/bin/env </a:t>
            </a:r>
            <a:r>
              <a:rPr lang="en-US" sz="1000" dirty="0" err="1">
                <a:latin typeface="Courier New" panose="02070309020205020404" pitchFamily="49" charset="0"/>
                <a:cs typeface="Courier New" panose="02070309020205020404" pitchFamily="49" charset="0"/>
              </a:rPr>
              <a:t>nextflow</a:t>
            </a:r>
            <a:endParaRPr lang="en-US" sz="1000" dirty="0">
              <a:latin typeface="Courier New" panose="02070309020205020404" pitchFamily="49" charset="0"/>
              <a:cs typeface="Courier New" panose="02070309020205020404" pitchFamily="49" charset="0"/>
            </a:endParaRPr>
          </a:p>
          <a:p>
            <a:pPr marL="0" indent="0">
              <a:lnSpc>
                <a:spcPct val="120000"/>
              </a:lnSpc>
              <a:spcBef>
                <a:spcPts val="0"/>
              </a:spcBef>
              <a:buNone/>
            </a:pPr>
            <a:br>
              <a:rPr lang="en-US" sz="1000" dirty="0">
                <a:latin typeface="Courier New" panose="02070309020205020404" pitchFamily="49" charset="0"/>
                <a:cs typeface="Courier New" panose="02070309020205020404" pitchFamily="49" charset="0"/>
              </a:rPr>
            </a:br>
            <a:endParaRPr lang="en-US" sz="1000" dirty="0">
              <a:latin typeface="Courier New" panose="02070309020205020404" pitchFamily="49" charset="0"/>
              <a:cs typeface="Courier New" panose="02070309020205020404" pitchFamily="49" charset="0"/>
            </a:endParaRPr>
          </a:p>
          <a:p>
            <a:pPr marL="0" indent="0">
              <a:lnSpc>
                <a:spcPct val="120000"/>
              </a:lnSpc>
              <a:spcBef>
                <a:spcPts val="0"/>
              </a:spcBef>
              <a:buNone/>
            </a:pPr>
            <a:r>
              <a:rPr lang="en-US" sz="1000" dirty="0" err="1">
                <a:solidFill>
                  <a:schemeClr val="accent6">
                    <a:lumMod val="75000"/>
                  </a:schemeClr>
                </a:solidFill>
                <a:latin typeface="Courier New" panose="02070309020205020404" pitchFamily="49" charset="0"/>
                <a:cs typeface="Courier New" panose="02070309020205020404" pitchFamily="49" charset="0"/>
              </a:rPr>
              <a:t>params.location</a:t>
            </a:r>
            <a:r>
              <a:rPr lang="en-US" sz="1000" dirty="0">
                <a:solidFill>
                  <a:schemeClr val="accent6">
                    <a:lumMod val="75000"/>
                  </a:schemeClr>
                </a:solidFill>
                <a:latin typeface="Courier New" panose="02070309020205020404" pitchFamily="49" charset="0"/>
                <a:cs typeface="Courier New" panose="02070309020205020404" pitchFamily="49" charset="0"/>
              </a:rPr>
              <a:t> = null</a:t>
            </a:r>
          </a:p>
          <a:p>
            <a:pPr marL="0" indent="0">
              <a:lnSpc>
                <a:spcPct val="120000"/>
              </a:lnSpc>
              <a:spcBef>
                <a:spcPts val="0"/>
              </a:spcBef>
              <a:buNone/>
            </a:pPr>
            <a:br>
              <a:rPr lang="en-US" sz="1000" dirty="0">
                <a:latin typeface="Courier New" panose="02070309020205020404" pitchFamily="49" charset="0"/>
                <a:cs typeface="Courier New" panose="02070309020205020404" pitchFamily="49" charset="0"/>
              </a:rPr>
            </a:br>
            <a:endParaRPr lang="en-US" sz="1000" dirty="0">
              <a:latin typeface="Courier New" panose="02070309020205020404" pitchFamily="49" charset="0"/>
              <a:cs typeface="Courier New" panose="02070309020205020404" pitchFamily="49" charset="0"/>
            </a:endParaRPr>
          </a:p>
          <a:p>
            <a:pPr marL="0" indent="0">
              <a:lnSpc>
                <a:spcPct val="120000"/>
              </a:lnSpc>
              <a:spcBef>
                <a:spcPts val="0"/>
              </a:spcBef>
              <a:buNone/>
            </a:pPr>
            <a:r>
              <a:rPr lang="en-US" sz="1000" dirty="0">
                <a:latin typeface="Courier New" panose="02070309020205020404" pitchFamily="49" charset="0"/>
                <a:cs typeface="Courier New" panose="02070309020205020404" pitchFamily="49" charset="0"/>
              </a:rPr>
              <a:t>workflow {</a:t>
            </a:r>
          </a:p>
          <a:p>
            <a:pPr marL="0" indent="0">
              <a:lnSpc>
                <a:spcPct val="120000"/>
              </a:lnSpc>
              <a:spcBef>
                <a:spcPts val="0"/>
              </a:spcBef>
              <a:buNone/>
            </a:pPr>
            <a:r>
              <a:rPr lang="en-US" sz="1000" dirty="0">
                <a:latin typeface="Courier New" panose="02070309020205020404" pitchFamily="49" charset="0"/>
                <a:cs typeface="Courier New" panose="02070309020205020404" pitchFamily="49" charset="0"/>
              </a:rPr>
              <a:t>    </a:t>
            </a:r>
            <a:r>
              <a:rPr lang="en-US" sz="1000" dirty="0" err="1">
                <a:latin typeface="Courier New" panose="02070309020205020404" pitchFamily="49" charset="0"/>
                <a:cs typeface="Courier New" panose="02070309020205020404" pitchFamily="49" charset="0"/>
              </a:rPr>
              <a:t>location_ch</a:t>
            </a:r>
            <a:r>
              <a:rPr lang="en-US" sz="1000" dirty="0">
                <a:latin typeface="Courier New" panose="02070309020205020404" pitchFamily="49" charset="0"/>
                <a:cs typeface="Courier New" panose="02070309020205020404" pitchFamily="49" charset="0"/>
              </a:rPr>
              <a:t> = </a:t>
            </a:r>
            <a:r>
              <a:rPr lang="en-US" sz="1000" dirty="0" err="1">
                <a:latin typeface="Courier New" panose="02070309020205020404" pitchFamily="49" charset="0"/>
                <a:cs typeface="Courier New" panose="02070309020205020404" pitchFamily="49" charset="0"/>
              </a:rPr>
              <a:t>Channel.of</a:t>
            </a:r>
            <a:r>
              <a:rPr lang="en-US" sz="1000" dirty="0">
                <a:latin typeface="Courier New" panose="02070309020205020404" pitchFamily="49" charset="0"/>
                <a:cs typeface="Courier New" panose="02070309020205020404" pitchFamily="49" charset="0"/>
              </a:rPr>
              <a:t>(</a:t>
            </a:r>
            <a:r>
              <a:rPr lang="en-US" sz="1000" dirty="0" err="1">
                <a:solidFill>
                  <a:schemeClr val="accent6">
                    <a:lumMod val="75000"/>
                  </a:schemeClr>
                </a:solidFill>
                <a:latin typeface="Courier New" panose="02070309020205020404" pitchFamily="49" charset="0"/>
                <a:cs typeface="Courier New" panose="02070309020205020404" pitchFamily="49" charset="0"/>
              </a:rPr>
              <a:t>params.location</a:t>
            </a:r>
            <a:r>
              <a:rPr lang="en-US" sz="1000" dirty="0">
                <a:latin typeface="Courier New" panose="02070309020205020404" pitchFamily="49" charset="0"/>
                <a:cs typeface="Courier New" panose="02070309020205020404" pitchFamily="49" charset="0"/>
              </a:rPr>
              <a:t>)</a:t>
            </a:r>
          </a:p>
          <a:p>
            <a:pPr marL="0" indent="0">
              <a:lnSpc>
                <a:spcPct val="120000"/>
              </a:lnSpc>
              <a:spcBef>
                <a:spcPts val="0"/>
              </a:spcBef>
              <a:buNone/>
            </a:pPr>
            <a:r>
              <a:rPr lang="en-US" sz="1000" dirty="0">
                <a:latin typeface="Courier New" panose="02070309020205020404" pitchFamily="49" charset="0"/>
                <a:cs typeface="Courier New" panose="02070309020205020404" pitchFamily="49" charset="0"/>
              </a:rPr>
              <a:t>    SAY_HELLO(</a:t>
            </a:r>
            <a:r>
              <a:rPr lang="en-US" sz="1000" dirty="0" err="1">
                <a:latin typeface="Courier New" panose="02070309020205020404" pitchFamily="49" charset="0"/>
                <a:cs typeface="Courier New" panose="02070309020205020404" pitchFamily="49" charset="0"/>
              </a:rPr>
              <a:t>location_ch</a:t>
            </a:r>
            <a:r>
              <a:rPr lang="en-US" sz="1000" dirty="0">
                <a:latin typeface="Courier New" panose="02070309020205020404" pitchFamily="49" charset="0"/>
                <a:cs typeface="Courier New" panose="02070309020205020404" pitchFamily="49" charset="0"/>
              </a:rPr>
              <a:t>)</a:t>
            </a:r>
          </a:p>
          <a:p>
            <a:pPr marL="0" indent="0">
              <a:lnSpc>
                <a:spcPct val="120000"/>
              </a:lnSpc>
              <a:spcBef>
                <a:spcPts val="0"/>
              </a:spcBef>
              <a:buNone/>
            </a:pPr>
            <a:r>
              <a:rPr lang="en-US" sz="1000" dirty="0">
                <a:latin typeface="Courier New" panose="02070309020205020404" pitchFamily="49" charset="0"/>
                <a:cs typeface="Courier New" panose="02070309020205020404" pitchFamily="49" charset="0"/>
              </a:rPr>
              <a:t>    </a:t>
            </a:r>
            <a:r>
              <a:rPr lang="en-US" sz="1000" dirty="0" err="1">
                <a:latin typeface="Courier New" panose="02070309020205020404" pitchFamily="49" charset="0"/>
                <a:cs typeface="Courier New" panose="02070309020205020404" pitchFamily="49" charset="0"/>
              </a:rPr>
              <a:t>SAY_HELLO.out.view</a:t>
            </a:r>
            <a:r>
              <a:rPr lang="en-US" sz="1000" dirty="0">
                <a:latin typeface="Courier New" panose="02070309020205020404" pitchFamily="49" charset="0"/>
                <a:cs typeface="Courier New" panose="02070309020205020404" pitchFamily="49" charset="0"/>
              </a:rPr>
              <a:t>()</a:t>
            </a:r>
          </a:p>
          <a:p>
            <a:pPr marL="0" indent="0">
              <a:lnSpc>
                <a:spcPct val="120000"/>
              </a:lnSpc>
              <a:spcBef>
                <a:spcPts val="0"/>
              </a:spcBef>
              <a:buNone/>
            </a:pPr>
            <a:r>
              <a:rPr lang="en-US" sz="1000" dirty="0">
                <a:latin typeface="Courier New" panose="02070309020205020404" pitchFamily="49" charset="0"/>
                <a:cs typeface="Courier New" panose="02070309020205020404" pitchFamily="49" charset="0"/>
              </a:rPr>
              <a:t>}</a:t>
            </a:r>
          </a:p>
          <a:p>
            <a:pPr marL="0" indent="0">
              <a:lnSpc>
                <a:spcPct val="120000"/>
              </a:lnSpc>
              <a:spcBef>
                <a:spcPts val="0"/>
              </a:spcBef>
              <a:buNone/>
            </a:pPr>
            <a:br>
              <a:rPr lang="en-US" sz="1000" dirty="0">
                <a:latin typeface="Courier New" panose="02070309020205020404" pitchFamily="49" charset="0"/>
                <a:cs typeface="Courier New" panose="02070309020205020404" pitchFamily="49" charset="0"/>
              </a:rPr>
            </a:br>
            <a:endParaRPr lang="en-US" sz="1000" dirty="0">
              <a:latin typeface="Courier New" panose="02070309020205020404" pitchFamily="49" charset="0"/>
              <a:cs typeface="Courier New" panose="02070309020205020404" pitchFamily="49" charset="0"/>
            </a:endParaRPr>
          </a:p>
          <a:p>
            <a:pPr marL="0" indent="0">
              <a:lnSpc>
                <a:spcPct val="120000"/>
              </a:lnSpc>
              <a:spcBef>
                <a:spcPts val="0"/>
              </a:spcBef>
              <a:buNone/>
            </a:pPr>
            <a:r>
              <a:rPr lang="en-US" sz="1000" dirty="0">
                <a:latin typeface="Courier New" panose="02070309020205020404" pitchFamily="49" charset="0"/>
                <a:cs typeface="Courier New" panose="02070309020205020404" pitchFamily="49" charset="0"/>
              </a:rPr>
              <a:t>process SAY_HELLO {</a:t>
            </a:r>
          </a:p>
          <a:p>
            <a:pPr marL="0" indent="0">
              <a:lnSpc>
                <a:spcPct val="120000"/>
              </a:lnSpc>
              <a:spcBef>
                <a:spcPts val="0"/>
              </a:spcBef>
              <a:buNone/>
            </a:pPr>
            <a:r>
              <a:rPr lang="en-US" sz="1000" dirty="0">
                <a:latin typeface="Courier New" panose="02070309020205020404" pitchFamily="49" charset="0"/>
                <a:cs typeface="Courier New" panose="02070309020205020404" pitchFamily="49" charset="0"/>
              </a:rPr>
              <a:t>    input:</a:t>
            </a:r>
          </a:p>
          <a:p>
            <a:pPr marL="0" indent="0">
              <a:lnSpc>
                <a:spcPct val="120000"/>
              </a:lnSpc>
              <a:spcBef>
                <a:spcPts val="0"/>
              </a:spcBef>
              <a:buNone/>
            </a:pPr>
            <a:r>
              <a:rPr lang="en-US" sz="1000" dirty="0">
                <a:latin typeface="Courier New" panose="02070309020205020404" pitchFamily="49" charset="0"/>
                <a:cs typeface="Courier New" panose="02070309020205020404" pitchFamily="49" charset="0"/>
              </a:rPr>
              <a:t>    </a:t>
            </a:r>
            <a:r>
              <a:rPr lang="en-US" sz="1000" dirty="0" err="1">
                <a:latin typeface="Courier New" panose="02070309020205020404" pitchFamily="49" charset="0"/>
                <a:cs typeface="Courier New" panose="02070309020205020404" pitchFamily="49" charset="0"/>
              </a:rPr>
              <a:t>val</a:t>
            </a:r>
            <a:r>
              <a:rPr lang="en-US" sz="1000" dirty="0">
                <a:latin typeface="Courier New" panose="02070309020205020404" pitchFamily="49" charset="0"/>
                <a:cs typeface="Courier New" panose="02070309020205020404" pitchFamily="49" charset="0"/>
              </a:rPr>
              <a:t> </a:t>
            </a:r>
            <a:r>
              <a:rPr lang="en-US" sz="1000" dirty="0">
                <a:solidFill>
                  <a:schemeClr val="accent6">
                    <a:lumMod val="75000"/>
                  </a:schemeClr>
                </a:solidFill>
                <a:latin typeface="Courier New" panose="02070309020205020404" pitchFamily="49" charset="0"/>
                <a:cs typeface="Courier New" panose="02070309020205020404" pitchFamily="49" charset="0"/>
              </a:rPr>
              <a:t>location</a:t>
            </a:r>
          </a:p>
          <a:p>
            <a:pPr marL="0" indent="0">
              <a:lnSpc>
                <a:spcPct val="120000"/>
              </a:lnSpc>
              <a:spcBef>
                <a:spcPts val="0"/>
              </a:spcBef>
              <a:buNone/>
            </a:pPr>
            <a:br>
              <a:rPr lang="en-US" sz="1000" dirty="0">
                <a:latin typeface="Courier New" panose="02070309020205020404" pitchFamily="49" charset="0"/>
                <a:cs typeface="Courier New" panose="02070309020205020404" pitchFamily="49" charset="0"/>
              </a:rPr>
            </a:br>
            <a:endParaRPr lang="en-US" sz="1000" dirty="0">
              <a:latin typeface="Courier New" panose="02070309020205020404" pitchFamily="49" charset="0"/>
              <a:cs typeface="Courier New" panose="02070309020205020404" pitchFamily="49" charset="0"/>
            </a:endParaRPr>
          </a:p>
          <a:p>
            <a:pPr marL="0" indent="0">
              <a:lnSpc>
                <a:spcPct val="120000"/>
              </a:lnSpc>
              <a:spcBef>
                <a:spcPts val="0"/>
              </a:spcBef>
              <a:buNone/>
            </a:pPr>
            <a:r>
              <a:rPr lang="en-US" sz="1000" dirty="0">
                <a:latin typeface="Courier New" panose="02070309020205020404" pitchFamily="49" charset="0"/>
                <a:cs typeface="Courier New" panose="02070309020205020404" pitchFamily="49" charset="0"/>
              </a:rPr>
              <a:t>    output:</a:t>
            </a:r>
          </a:p>
          <a:p>
            <a:pPr marL="0" indent="0">
              <a:lnSpc>
                <a:spcPct val="120000"/>
              </a:lnSpc>
              <a:spcBef>
                <a:spcPts val="0"/>
              </a:spcBef>
              <a:buNone/>
            </a:pPr>
            <a:r>
              <a:rPr lang="en-US" sz="1000" dirty="0">
                <a:latin typeface="Courier New" panose="02070309020205020404" pitchFamily="49" charset="0"/>
                <a:cs typeface="Courier New" panose="02070309020205020404" pitchFamily="49" charset="0"/>
              </a:rPr>
              <a:t>    </a:t>
            </a:r>
            <a:r>
              <a:rPr lang="en-US" sz="1000" dirty="0" err="1">
                <a:latin typeface="Courier New" panose="02070309020205020404" pitchFamily="49" charset="0"/>
                <a:cs typeface="Courier New" panose="02070309020205020404" pitchFamily="49" charset="0"/>
              </a:rPr>
              <a:t>stdout</a:t>
            </a:r>
            <a:r>
              <a:rPr lang="en-US" sz="1000" dirty="0">
                <a:latin typeface="Courier New" panose="02070309020205020404" pitchFamily="49" charset="0"/>
                <a:cs typeface="Courier New" panose="02070309020205020404" pitchFamily="49" charset="0"/>
              </a:rPr>
              <a:t>  // Declares that the output will be sent to standard output</a:t>
            </a:r>
          </a:p>
          <a:p>
            <a:pPr marL="0" indent="0">
              <a:lnSpc>
                <a:spcPct val="120000"/>
              </a:lnSpc>
              <a:spcBef>
                <a:spcPts val="0"/>
              </a:spcBef>
              <a:buNone/>
            </a:pPr>
            <a:br>
              <a:rPr lang="en-US" sz="1000" dirty="0">
                <a:latin typeface="Courier New" panose="02070309020205020404" pitchFamily="49" charset="0"/>
                <a:cs typeface="Courier New" panose="02070309020205020404" pitchFamily="49" charset="0"/>
              </a:rPr>
            </a:br>
            <a:endParaRPr lang="en-US" sz="1000" dirty="0">
              <a:latin typeface="Courier New" panose="02070309020205020404" pitchFamily="49" charset="0"/>
              <a:cs typeface="Courier New" panose="02070309020205020404" pitchFamily="49" charset="0"/>
            </a:endParaRPr>
          </a:p>
          <a:p>
            <a:pPr marL="0" indent="0">
              <a:lnSpc>
                <a:spcPct val="120000"/>
              </a:lnSpc>
              <a:spcBef>
                <a:spcPts val="0"/>
              </a:spcBef>
              <a:buNone/>
            </a:pPr>
            <a:r>
              <a:rPr lang="en-US" sz="1000" dirty="0">
                <a:latin typeface="Courier New" panose="02070309020205020404" pitchFamily="49" charset="0"/>
                <a:cs typeface="Courier New" panose="02070309020205020404" pitchFamily="49" charset="0"/>
              </a:rPr>
              <a:t>    script:</a:t>
            </a:r>
          </a:p>
          <a:p>
            <a:pPr marL="0" indent="0">
              <a:lnSpc>
                <a:spcPct val="120000"/>
              </a:lnSpc>
              <a:spcBef>
                <a:spcPts val="0"/>
              </a:spcBef>
              <a:buNone/>
            </a:pPr>
            <a:r>
              <a:rPr lang="en-US" sz="1000" dirty="0">
                <a:latin typeface="Courier New" panose="02070309020205020404" pitchFamily="49" charset="0"/>
                <a:cs typeface="Courier New" panose="02070309020205020404" pitchFamily="49" charset="0"/>
              </a:rPr>
              <a:t>    """</a:t>
            </a:r>
          </a:p>
          <a:p>
            <a:pPr marL="0" indent="0">
              <a:lnSpc>
                <a:spcPct val="120000"/>
              </a:lnSpc>
              <a:spcBef>
                <a:spcPts val="0"/>
              </a:spcBef>
              <a:buNone/>
            </a:pPr>
            <a:r>
              <a:rPr lang="en-US" sz="1000" dirty="0">
                <a:latin typeface="Courier New" panose="02070309020205020404" pitchFamily="49" charset="0"/>
                <a:cs typeface="Courier New" panose="02070309020205020404" pitchFamily="49" charset="0"/>
              </a:rPr>
              <a:t>    echo "Hello ${</a:t>
            </a:r>
            <a:r>
              <a:rPr lang="en-US" sz="1000" dirty="0">
                <a:solidFill>
                  <a:schemeClr val="accent6">
                    <a:lumMod val="75000"/>
                  </a:schemeClr>
                </a:solidFill>
                <a:latin typeface="Courier New" panose="02070309020205020404" pitchFamily="49" charset="0"/>
                <a:cs typeface="Courier New" panose="02070309020205020404" pitchFamily="49" charset="0"/>
              </a:rPr>
              <a:t>location ?: 'World'</a:t>
            </a:r>
            <a:r>
              <a:rPr lang="en-US" sz="1000" dirty="0">
                <a:latin typeface="Courier New" panose="02070309020205020404" pitchFamily="49" charset="0"/>
                <a:cs typeface="Courier New" panose="02070309020205020404" pitchFamily="49" charset="0"/>
              </a:rPr>
              <a:t>}"</a:t>
            </a:r>
          </a:p>
          <a:p>
            <a:pPr marL="0" indent="0">
              <a:lnSpc>
                <a:spcPct val="120000"/>
              </a:lnSpc>
              <a:spcBef>
                <a:spcPts val="0"/>
              </a:spcBef>
              <a:buNone/>
            </a:pPr>
            <a:r>
              <a:rPr lang="en-US" sz="1000" dirty="0">
                <a:latin typeface="Courier New" panose="02070309020205020404" pitchFamily="49" charset="0"/>
                <a:cs typeface="Courier New" panose="02070309020205020404" pitchFamily="49" charset="0"/>
              </a:rPr>
              <a:t>    """</a:t>
            </a:r>
          </a:p>
          <a:p>
            <a:pPr marL="0" indent="0">
              <a:lnSpc>
                <a:spcPct val="120000"/>
              </a:lnSpc>
              <a:spcBef>
                <a:spcPts val="0"/>
              </a:spcBef>
              <a:buNone/>
            </a:pPr>
            <a:r>
              <a:rPr lang="en-US" sz="1000" dirty="0">
                <a:latin typeface="Courier New" panose="02070309020205020404" pitchFamily="49" charset="0"/>
                <a:cs typeface="Courier New" panose="02070309020205020404" pitchFamily="49" charset="0"/>
              </a:rPr>
              <a:t>}</a:t>
            </a:r>
          </a:p>
        </p:txBody>
      </p:sp>
      <p:pic>
        <p:nvPicPr>
          <p:cNvPr id="6" name="Picture 5">
            <a:extLst>
              <a:ext uri="{FF2B5EF4-FFF2-40B4-BE49-F238E27FC236}">
                <a16:creationId xmlns:a16="http://schemas.microsoft.com/office/drawing/2014/main" id="{1F98DEF4-BD3E-F732-7914-A65278DB24E5}"/>
              </a:ext>
            </a:extLst>
          </p:cNvPr>
          <p:cNvPicPr>
            <a:picLocks noChangeAspect="1"/>
          </p:cNvPicPr>
          <p:nvPr/>
        </p:nvPicPr>
        <p:blipFill>
          <a:blip r:embed="rId2"/>
          <a:stretch>
            <a:fillRect/>
          </a:stretch>
        </p:blipFill>
        <p:spPr>
          <a:xfrm>
            <a:off x="4483244" y="2558675"/>
            <a:ext cx="5582429" cy="276264"/>
          </a:xfrm>
          <a:prstGeom prst="rect">
            <a:avLst/>
          </a:prstGeom>
        </p:spPr>
      </p:pic>
      <p:pic>
        <p:nvPicPr>
          <p:cNvPr id="8" name="Picture 7">
            <a:extLst>
              <a:ext uri="{FF2B5EF4-FFF2-40B4-BE49-F238E27FC236}">
                <a16:creationId xmlns:a16="http://schemas.microsoft.com/office/drawing/2014/main" id="{7ABC601D-2039-9C1A-5943-AE608ED92934}"/>
              </a:ext>
            </a:extLst>
          </p:cNvPr>
          <p:cNvPicPr>
            <a:picLocks noChangeAspect="1"/>
          </p:cNvPicPr>
          <p:nvPr/>
        </p:nvPicPr>
        <p:blipFill>
          <a:blip r:embed="rId3"/>
          <a:stretch>
            <a:fillRect/>
          </a:stretch>
        </p:blipFill>
        <p:spPr>
          <a:xfrm>
            <a:off x="4483244" y="2969876"/>
            <a:ext cx="7570273" cy="1339401"/>
          </a:xfrm>
          <a:prstGeom prst="rect">
            <a:avLst/>
          </a:prstGeom>
        </p:spPr>
      </p:pic>
      <p:sp>
        <p:nvSpPr>
          <p:cNvPr id="10" name="Slide Number Placeholder 9">
            <a:extLst>
              <a:ext uri="{FF2B5EF4-FFF2-40B4-BE49-F238E27FC236}">
                <a16:creationId xmlns:a16="http://schemas.microsoft.com/office/drawing/2014/main" id="{15DA92D1-E5D1-EAC5-6A1A-FDA02E1C7C7C}"/>
              </a:ext>
            </a:extLst>
          </p:cNvPr>
          <p:cNvSpPr>
            <a:spLocks noGrp="1"/>
          </p:cNvSpPr>
          <p:nvPr>
            <p:ph type="sldNum" sz="quarter" idx="12"/>
          </p:nvPr>
        </p:nvSpPr>
        <p:spPr/>
        <p:txBody>
          <a:bodyPr/>
          <a:lstStyle/>
          <a:p>
            <a:fld id="{8EDBA861-06E5-4444-A7F4-C8274B7105C9}" type="slidenum">
              <a:rPr lang="en-US" smtClean="0"/>
              <a:t>12</a:t>
            </a:fld>
            <a:endParaRPr lang="en-US"/>
          </a:p>
        </p:txBody>
      </p:sp>
    </p:spTree>
    <p:extLst>
      <p:ext uri="{BB962C8B-B14F-4D97-AF65-F5344CB8AC3E}">
        <p14:creationId xmlns:p14="http://schemas.microsoft.com/office/powerpoint/2010/main" val="330946458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B81A0F-77ED-3AAB-9F49-58AD171BAD3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9C0C11F-CBA9-AB7A-0CD8-6EB0DB7F0B64}"/>
              </a:ext>
            </a:extLst>
          </p:cNvPr>
          <p:cNvSpPr>
            <a:spLocks noGrp="1"/>
          </p:cNvSpPr>
          <p:nvPr>
            <p:ph type="title"/>
          </p:nvPr>
        </p:nvSpPr>
        <p:spPr/>
        <p:txBody>
          <a:bodyPr/>
          <a:lstStyle/>
          <a:p>
            <a:r>
              <a:rPr lang="en-US" dirty="0"/>
              <a:t>Adding a parameter to a script</a:t>
            </a:r>
          </a:p>
        </p:txBody>
      </p:sp>
      <p:pic>
        <p:nvPicPr>
          <p:cNvPr id="7" name="Picture 6">
            <a:extLst>
              <a:ext uri="{FF2B5EF4-FFF2-40B4-BE49-F238E27FC236}">
                <a16:creationId xmlns:a16="http://schemas.microsoft.com/office/drawing/2014/main" id="{4CB4C508-6DCE-C0AF-2B64-BFFA3B2A58E1}"/>
              </a:ext>
            </a:extLst>
          </p:cNvPr>
          <p:cNvPicPr>
            <a:picLocks noChangeAspect="1"/>
          </p:cNvPicPr>
          <p:nvPr/>
        </p:nvPicPr>
        <p:blipFill>
          <a:blip r:embed="rId2"/>
          <a:stretch>
            <a:fillRect/>
          </a:stretch>
        </p:blipFill>
        <p:spPr>
          <a:xfrm>
            <a:off x="4524538" y="2898024"/>
            <a:ext cx="7482604" cy="1342728"/>
          </a:xfrm>
          <a:prstGeom prst="rect">
            <a:avLst/>
          </a:prstGeom>
        </p:spPr>
      </p:pic>
      <p:sp>
        <p:nvSpPr>
          <p:cNvPr id="8" name="Content Placeholder 2">
            <a:extLst>
              <a:ext uri="{FF2B5EF4-FFF2-40B4-BE49-F238E27FC236}">
                <a16:creationId xmlns:a16="http://schemas.microsoft.com/office/drawing/2014/main" id="{1278C7F0-164C-309A-236A-38B039B55BC0}"/>
              </a:ext>
            </a:extLst>
          </p:cNvPr>
          <p:cNvSpPr>
            <a:spLocks noGrp="1"/>
          </p:cNvSpPr>
          <p:nvPr>
            <p:ph idx="1"/>
          </p:nvPr>
        </p:nvSpPr>
        <p:spPr>
          <a:xfrm>
            <a:off x="838200" y="1825625"/>
            <a:ext cx="10515600" cy="4351338"/>
          </a:xfrm>
        </p:spPr>
        <p:txBody>
          <a:bodyPr>
            <a:normAutofit fontScale="92500" lnSpcReduction="10000"/>
          </a:bodyPr>
          <a:lstStyle/>
          <a:p>
            <a:pPr marL="0" indent="0">
              <a:lnSpc>
                <a:spcPct val="120000"/>
              </a:lnSpc>
              <a:spcBef>
                <a:spcPts val="0"/>
              </a:spcBef>
              <a:buNone/>
            </a:pPr>
            <a:r>
              <a:rPr lang="en-US" sz="1000" dirty="0">
                <a:latin typeface="Courier New" panose="02070309020205020404" pitchFamily="49" charset="0"/>
                <a:cs typeface="Courier New" panose="02070309020205020404" pitchFamily="49" charset="0"/>
              </a:rPr>
              <a:t>#!/usr/bin/env </a:t>
            </a:r>
            <a:r>
              <a:rPr lang="en-US" sz="1000" dirty="0" err="1">
                <a:latin typeface="Courier New" panose="02070309020205020404" pitchFamily="49" charset="0"/>
                <a:cs typeface="Courier New" panose="02070309020205020404" pitchFamily="49" charset="0"/>
              </a:rPr>
              <a:t>nextflow</a:t>
            </a:r>
            <a:endParaRPr lang="en-US" sz="1000" dirty="0">
              <a:latin typeface="Courier New" panose="02070309020205020404" pitchFamily="49" charset="0"/>
              <a:cs typeface="Courier New" panose="02070309020205020404" pitchFamily="49" charset="0"/>
            </a:endParaRPr>
          </a:p>
          <a:p>
            <a:pPr marL="0" indent="0">
              <a:lnSpc>
                <a:spcPct val="120000"/>
              </a:lnSpc>
              <a:spcBef>
                <a:spcPts val="0"/>
              </a:spcBef>
              <a:buNone/>
            </a:pPr>
            <a:br>
              <a:rPr lang="en-US" sz="1000" dirty="0">
                <a:latin typeface="Courier New" panose="02070309020205020404" pitchFamily="49" charset="0"/>
                <a:cs typeface="Courier New" panose="02070309020205020404" pitchFamily="49" charset="0"/>
              </a:rPr>
            </a:br>
            <a:endParaRPr lang="en-US" sz="1000" dirty="0">
              <a:latin typeface="Courier New" panose="02070309020205020404" pitchFamily="49" charset="0"/>
              <a:cs typeface="Courier New" panose="02070309020205020404" pitchFamily="49" charset="0"/>
            </a:endParaRPr>
          </a:p>
          <a:p>
            <a:pPr marL="0" indent="0">
              <a:lnSpc>
                <a:spcPct val="120000"/>
              </a:lnSpc>
              <a:spcBef>
                <a:spcPts val="0"/>
              </a:spcBef>
              <a:buNone/>
            </a:pPr>
            <a:r>
              <a:rPr lang="en-US" sz="1000" dirty="0" err="1">
                <a:solidFill>
                  <a:schemeClr val="accent6">
                    <a:lumMod val="75000"/>
                  </a:schemeClr>
                </a:solidFill>
                <a:latin typeface="Courier New" panose="02070309020205020404" pitchFamily="49" charset="0"/>
                <a:cs typeface="Courier New" panose="02070309020205020404" pitchFamily="49" charset="0"/>
              </a:rPr>
              <a:t>params.location</a:t>
            </a:r>
            <a:r>
              <a:rPr lang="en-US" sz="1000" dirty="0">
                <a:solidFill>
                  <a:schemeClr val="accent6">
                    <a:lumMod val="75000"/>
                  </a:schemeClr>
                </a:solidFill>
                <a:latin typeface="Courier New" panose="02070309020205020404" pitchFamily="49" charset="0"/>
                <a:cs typeface="Courier New" panose="02070309020205020404" pitchFamily="49" charset="0"/>
              </a:rPr>
              <a:t> = null</a:t>
            </a:r>
          </a:p>
          <a:p>
            <a:pPr marL="0" indent="0">
              <a:lnSpc>
                <a:spcPct val="120000"/>
              </a:lnSpc>
              <a:spcBef>
                <a:spcPts val="0"/>
              </a:spcBef>
              <a:buNone/>
            </a:pPr>
            <a:br>
              <a:rPr lang="en-US" sz="1000" dirty="0">
                <a:latin typeface="Courier New" panose="02070309020205020404" pitchFamily="49" charset="0"/>
                <a:cs typeface="Courier New" panose="02070309020205020404" pitchFamily="49" charset="0"/>
              </a:rPr>
            </a:br>
            <a:endParaRPr lang="en-US" sz="1000" dirty="0">
              <a:latin typeface="Courier New" panose="02070309020205020404" pitchFamily="49" charset="0"/>
              <a:cs typeface="Courier New" panose="02070309020205020404" pitchFamily="49" charset="0"/>
            </a:endParaRPr>
          </a:p>
          <a:p>
            <a:pPr marL="0" indent="0">
              <a:lnSpc>
                <a:spcPct val="120000"/>
              </a:lnSpc>
              <a:spcBef>
                <a:spcPts val="0"/>
              </a:spcBef>
              <a:buNone/>
            </a:pPr>
            <a:r>
              <a:rPr lang="en-US" sz="1000" dirty="0">
                <a:latin typeface="Courier New" panose="02070309020205020404" pitchFamily="49" charset="0"/>
                <a:cs typeface="Courier New" panose="02070309020205020404" pitchFamily="49" charset="0"/>
              </a:rPr>
              <a:t>workflow {</a:t>
            </a:r>
          </a:p>
          <a:p>
            <a:pPr marL="0" indent="0">
              <a:lnSpc>
                <a:spcPct val="120000"/>
              </a:lnSpc>
              <a:spcBef>
                <a:spcPts val="0"/>
              </a:spcBef>
              <a:buNone/>
            </a:pPr>
            <a:r>
              <a:rPr lang="en-US" sz="1000" dirty="0">
                <a:latin typeface="Courier New" panose="02070309020205020404" pitchFamily="49" charset="0"/>
                <a:cs typeface="Courier New" panose="02070309020205020404" pitchFamily="49" charset="0"/>
              </a:rPr>
              <a:t>    </a:t>
            </a:r>
            <a:r>
              <a:rPr lang="en-US" sz="1000" dirty="0" err="1">
                <a:latin typeface="Courier New" panose="02070309020205020404" pitchFamily="49" charset="0"/>
                <a:cs typeface="Courier New" panose="02070309020205020404" pitchFamily="49" charset="0"/>
              </a:rPr>
              <a:t>location_ch</a:t>
            </a:r>
            <a:r>
              <a:rPr lang="en-US" sz="1000" dirty="0">
                <a:latin typeface="Courier New" panose="02070309020205020404" pitchFamily="49" charset="0"/>
                <a:cs typeface="Courier New" panose="02070309020205020404" pitchFamily="49" charset="0"/>
              </a:rPr>
              <a:t> = </a:t>
            </a:r>
            <a:r>
              <a:rPr lang="en-US" sz="1000" dirty="0" err="1">
                <a:latin typeface="Courier New" panose="02070309020205020404" pitchFamily="49" charset="0"/>
                <a:cs typeface="Courier New" panose="02070309020205020404" pitchFamily="49" charset="0"/>
              </a:rPr>
              <a:t>Channel.of</a:t>
            </a:r>
            <a:r>
              <a:rPr lang="en-US" sz="1000" dirty="0">
                <a:latin typeface="Courier New" panose="02070309020205020404" pitchFamily="49" charset="0"/>
                <a:cs typeface="Courier New" panose="02070309020205020404" pitchFamily="49" charset="0"/>
              </a:rPr>
              <a:t>(</a:t>
            </a:r>
            <a:r>
              <a:rPr lang="en-US" sz="1000" dirty="0" err="1">
                <a:solidFill>
                  <a:schemeClr val="accent6">
                    <a:lumMod val="75000"/>
                  </a:schemeClr>
                </a:solidFill>
                <a:latin typeface="Courier New" panose="02070309020205020404" pitchFamily="49" charset="0"/>
                <a:cs typeface="Courier New" panose="02070309020205020404" pitchFamily="49" charset="0"/>
              </a:rPr>
              <a:t>params.location</a:t>
            </a:r>
            <a:r>
              <a:rPr lang="en-US" sz="1000" dirty="0">
                <a:latin typeface="Courier New" panose="02070309020205020404" pitchFamily="49" charset="0"/>
                <a:cs typeface="Courier New" panose="02070309020205020404" pitchFamily="49" charset="0"/>
              </a:rPr>
              <a:t>)</a:t>
            </a:r>
          </a:p>
          <a:p>
            <a:pPr marL="0" indent="0">
              <a:lnSpc>
                <a:spcPct val="120000"/>
              </a:lnSpc>
              <a:spcBef>
                <a:spcPts val="0"/>
              </a:spcBef>
              <a:buNone/>
            </a:pPr>
            <a:r>
              <a:rPr lang="en-US" sz="1000" dirty="0">
                <a:latin typeface="Courier New" panose="02070309020205020404" pitchFamily="49" charset="0"/>
                <a:cs typeface="Courier New" panose="02070309020205020404" pitchFamily="49" charset="0"/>
              </a:rPr>
              <a:t>    SAY_HELLO(</a:t>
            </a:r>
            <a:r>
              <a:rPr lang="en-US" sz="1000" dirty="0" err="1">
                <a:latin typeface="Courier New" panose="02070309020205020404" pitchFamily="49" charset="0"/>
                <a:cs typeface="Courier New" panose="02070309020205020404" pitchFamily="49" charset="0"/>
              </a:rPr>
              <a:t>location_ch</a:t>
            </a:r>
            <a:r>
              <a:rPr lang="en-US" sz="1000" dirty="0">
                <a:latin typeface="Courier New" panose="02070309020205020404" pitchFamily="49" charset="0"/>
                <a:cs typeface="Courier New" panose="02070309020205020404" pitchFamily="49" charset="0"/>
              </a:rPr>
              <a:t>)</a:t>
            </a:r>
          </a:p>
          <a:p>
            <a:pPr marL="0" indent="0">
              <a:lnSpc>
                <a:spcPct val="120000"/>
              </a:lnSpc>
              <a:spcBef>
                <a:spcPts val="0"/>
              </a:spcBef>
              <a:buNone/>
            </a:pPr>
            <a:r>
              <a:rPr lang="en-US" sz="1000" dirty="0">
                <a:latin typeface="Courier New" panose="02070309020205020404" pitchFamily="49" charset="0"/>
                <a:cs typeface="Courier New" panose="02070309020205020404" pitchFamily="49" charset="0"/>
              </a:rPr>
              <a:t>    </a:t>
            </a:r>
            <a:r>
              <a:rPr lang="en-US" sz="1000" dirty="0" err="1">
                <a:latin typeface="Courier New" panose="02070309020205020404" pitchFamily="49" charset="0"/>
                <a:cs typeface="Courier New" panose="02070309020205020404" pitchFamily="49" charset="0"/>
              </a:rPr>
              <a:t>SAY_HELLO.out.view</a:t>
            </a:r>
            <a:r>
              <a:rPr lang="en-US" sz="1000" dirty="0">
                <a:latin typeface="Courier New" panose="02070309020205020404" pitchFamily="49" charset="0"/>
                <a:cs typeface="Courier New" panose="02070309020205020404" pitchFamily="49" charset="0"/>
              </a:rPr>
              <a:t>()</a:t>
            </a:r>
          </a:p>
          <a:p>
            <a:pPr marL="0" indent="0">
              <a:lnSpc>
                <a:spcPct val="120000"/>
              </a:lnSpc>
              <a:spcBef>
                <a:spcPts val="0"/>
              </a:spcBef>
              <a:buNone/>
            </a:pPr>
            <a:r>
              <a:rPr lang="en-US" sz="1000" dirty="0">
                <a:latin typeface="Courier New" panose="02070309020205020404" pitchFamily="49" charset="0"/>
                <a:cs typeface="Courier New" panose="02070309020205020404" pitchFamily="49" charset="0"/>
              </a:rPr>
              <a:t>}</a:t>
            </a:r>
          </a:p>
          <a:p>
            <a:pPr marL="0" indent="0">
              <a:lnSpc>
                <a:spcPct val="120000"/>
              </a:lnSpc>
              <a:spcBef>
                <a:spcPts val="0"/>
              </a:spcBef>
              <a:buNone/>
            </a:pPr>
            <a:br>
              <a:rPr lang="en-US" sz="1000" dirty="0">
                <a:latin typeface="Courier New" panose="02070309020205020404" pitchFamily="49" charset="0"/>
                <a:cs typeface="Courier New" panose="02070309020205020404" pitchFamily="49" charset="0"/>
              </a:rPr>
            </a:br>
            <a:endParaRPr lang="en-US" sz="1000" dirty="0">
              <a:latin typeface="Courier New" panose="02070309020205020404" pitchFamily="49" charset="0"/>
              <a:cs typeface="Courier New" panose="02070309020205020404" pitchFamily="49" charset="0"/>
            </a:endParaRPr>
          </a:p>
          <a:p>
            <a:pPr marL="0" indent="0">
              <a:lnSpc>
                <a:spcPct val="120000"/>
              </a:lnSpc>
              <a:spcBef>
                <a:spcPts val="0"/>
              </a:spcBef>
              <a:buNone/>
            </a:pPr>
            <a:r>
              <a:rPr lang="en-US" sz="1000" dirty="0">
                <a:latin typeface="Courier New" panose="02070309020205020404" pitchFamily="49" charset="0"/>
                <a:cs typeface="Courier New" panose="02070309020205020404" pitchFamily="49" charset="0"/>
              </a:rPr>
              <a:t>process SAY_HELLO {</a:t>
            </a:r>
          </a:p>
          <a:p>
            <a:pPr marL="0" indent="0">
              <a:lnSpc>
                <a:spcPct val="120000"/>
              </a:lnSpc>
              <a:spcBef>
                <a:spcPts val="0"/>
              </a:spcBef>
              <a:buNone/>
            </a:pPr>
            <a:r>
              <a:rPr lang="en-US" sz="1000" dirty="0">
                <a:latin typeface="Courier New" panose="02070309020205020404" pitchFamily="49" charset="0"/>
                <a:cs typeface="Courier New" panose="02070309020205020404" pitchFamily="49" charset="0"/>
              </a:rPr>
              <a:t>    input:</a:t>
            </a:r>
          </a:p>
          <a:p>
            <a:pPr marL="0" indent="0">
              <a:lnSpc>
                <a:spcPct val="120000"/>
              </a:lnSpc>
              <a:spcBef>
                <a:spcPts val="0"/>
              </a:spcBef>
              <a:buNone/>
            </a:pPr>
            <a:r>
              <a:rPr lang="en-US" sz="1000" dirty="0">
                <a:latin typeface="Courier New" panose="02070309020205020404" pitchFamily="49" charset="0"/>
                <a:cs typeface="Courier New" panose="02070309020205020404" pitchFamily="49" charset="0"/>
              </a:rPr>
              <a:t>    </a:t>
            </a:r>
            <a:r>
              <a:rPr lang="en-US" sz="1000" dirty="0" err="1">
                <a:latin typeface="Courier New" panose="02070309020205020404" pitchFamily="49" charset="0"/>
                <a:cs typeface="Courier New" panose="02070309020205020404" pitchFamily="49" charset="0"/>
              </a:rPr>
              <a:t>val</a:t>
            </a:r>
            <a:r>
              <a:rPr lang="en-US" sz="1000" dirty="0">
                <a:latin typeface="Courier New" panose="02070309020205020404" pitchFamily="49" charset="0"/>
                <a:cs typeface="Courier New" panose="02070309020205020404" pitchFamily="49" charset="0"/>
              </a:rPr>
              <a:t> </a:t>
            </a:r>
            <a:r>
              <a:rPr lang="en-US" sz="1000" dirty="0">
                <a:solidFill>
                  <a:schemeClr val="accent6">
                    <a:lumMod val="75000"/>
                  </a:schemeClr>
                </a:solidFill>
                <a:latin typeface="Courier New" panose="02070309020205020404" pitchFamily="49" charset="0"/>
                <a:cs typeface="Courier New" panose="02070309020205020404" pitchFamily="49" charset="0"/>
              </a:rPr>
              <a:t>location</a:t>
            </a:r>
          </a:p>
          <a:p>
            <a:pPr marL="0" indent="0">
              <a:lnSpc>
                <a:spcPct val="120000"/>
              </a:lnSpc>
              <a:spcBef>
                <a:spcPts val="0"/>
              </a:spcBef>
              <a:buNone/>
            </a:pPr>
            <a:br>
              <a:rPr lang="en-US" sz="1000" dirty="0">
                <a:latin typeface="Courier New" panose="02070309020205020404" pitchFamily="49" charset="0"/>
                <a:cs typeface="Courier New" panose="02070309020205020404" pitchFamily="49" charset="0"/>
              </a:rPr>
            </a:br>
            <a:endParaRPr lang="en-US" sz="1000" dirty="0">
              <a:latin typeface="Courier New" panose="02070309020205020404" pitchFamily="49" charset="0"/>
              <a:cs typeface="Courier New" panose="02070309020205020404" pitchFamily="49" charset="0"/>
            </a:endParaRPr>
          </a:p>
          <a:p>
            <a:pPr marL="0" indent="0">
              <a:lnSpc>
                <a:spcPct val="120000"/>
              </a:lnSpc>
              <a:spcBef>
                <a:spcPts val="0"/>
              </a:spcBef>
              <a:buNone/>
            </a:pPr>
            <a:r>
              <a:rPr lang="en-US" sz="1000" dirty="0">
                <a:latin typeface="Courier New" panose="02070309020205020404" pitchFamily="49" charset="0"/>
                <a:cs typeface="Courier New" panose="02070309020205020404" pitchFamily="49" charset="0"/>
              </a:rPr>
              <a:t>    output:</a:t>
            </a:r>
          </a:p>
          <a:p>
            <a:pPr marL="0" indent="0">
              <a:lnSpc>
                <a:spcPct val="120000"/>
              </a:lnSpc>
              <a:spcBef>
                <a:spcPts val="0"/>
              </a:spcBef>
              <a:buNone/>
            </a:pPr>
            <a:r>
              <a:rPr lang="en-US" sz="1000" dirty="0">
                <a:latin typeface="Courier New" panose="02070309020205020404" pitchFamily="49" charset="0"/>
                <a:cs typeface="Courier New" panose="02070309020205020404" pitchFamily="49" charset="0"/>
              </a:rPr>
              <a:t>    </a:t>
            </a:r>
            <a:r>
              <a:rPr lang="en-US" sz="1000" dirty="0" err="1">
                <a:latin typeface="Courier New" panose="02070309020205020404" pitchFamily="49" charset="0"/>
                <a:cs typeface="Courier New" panose="02070309020205020404" pitchFamily="49" charset="0"/>
              </a:rPr>
              <a:t>stdout</a:t>
            </a:r>
            <a:r>
              <a:rPr lang="en-US" sz="1000" dirty="0">
                <a:latin typeface="Courier New" panose="02070309020205020404" pitchFamily="49" charset="0"/>
                <a:cs typeface="Courier New" panose="02070309020205020404" pitchFamily="49" charset="0"/>
              </a:rPr>
              <a:t>  // Declares that the output will be sent to standard output</a:t>
            </a:r>
          </a:p>
          <a:p>
            <a:pPr marL="0" indent="0">
              <a:lnSpc>
                <a:spcPct val="120000"/>
              </a:lnSpc>
              <a:spcBef>
                <a:spcPts val="0"/>
              </a:spcBef>
              <a:buNone/>
            </a:pPr>
            <a:br>
              <a:rPr lang="en-US" sz="1000" dirty="0">
                <a:latin typeface="Courier New" panose="02070309020205020404" pitchFamily="49" charset="0"/>
                <a:cs typeface="Courier New" panose="02070309020205020404" pitchFamily="49" charset="0"/>
              </a:rPr>
            </a:br>
            <a:endParaRPr lang="en-US" sz="1000" dirty="0">
              <a:latin typeface="Courier New" panose="02070309020205020404" pitchFamily="49" charset="0"/>
              <a:cs typeface="Courier New" panose="02070309020205020404" pitchFamily="49" charset="0"/>
            </a:endParaRPr>
          </a:p>
          <a:p>
            <a:pPr marL="0" indent="0">
              <a:lnSpc>
                <a:spcPct val="120000"/>
              </a:lnSpc>
              <a:spcBef>
                <a:spcPts val="0"/>
              </a:spcBef>
              <a:buNone/>
            </a:pPr>
            <a:r>
              <a:rPr lang="en-US" sz="1000" dirty="0">
                <a:latin typeface="Courier New" panose="02070309020205020404" pitchFamily="49" charset="0"/>
                <a:cs typeface="Courier New" panose="02070309020205020404" pitchFamily="49" charset="0"/>
              </a:rPr>
              <a:t>    script:</a:t>
            </a:r>
          </a:p>
          <a:p>
            <a:pPr marL="0" indent="0">
              <a:lnSpc>
                <a:spcPct val="120000"/>
              </a:lnSpc>
              <a:spcBef>
                <a:spcPts val="0"/>
              </a:spcBef>
              <a:buNone/>
            </a:pPr>
            <a:r>
              <a:rPr lang="en-US" sz="1000" dirty="0">
                <a:latin typeface="Courier New" panose="02070309020205020404" pitchFamily="49" charset="0"/>
                <a:cs typeface="Courier New" panose="02070309020205020404" pitchFamily="49" charset="0"/>
              </a:rPr>
              <a:t>    """</a:t>
            </a:r>
          </a:p>
          <a:p>
            <a:pPr marL="0" indent="0">
              <a:lnSpc>
                <a:spcPct val="120000"/>
              </a:lnSpc>
              <a:spcBef>
                <a:spcPts val="0"/>
              </a:spcBef>
              <a:buNone/>
            </a:pPr>
            <a:r>
              <a:rPr lang="en-US" sz="1000" dirty="0">
                <a:latin typeface="Courier New" panose="02070309020205020404" pitchFamily="49" charset="0"/>
                <a:cs typeface="Courier New" panose="02070309020205020404" pitchFamily="49" charset="0"/>
              </a:rPr>
              <a:t>    echo "Hello ${</a:t>
            </a:r>
            <a:r>
              <a:rPr lang="en-US" sz="1000" dirty="0">
                <a:solidFill>
                  <a:schemeClr val="accent6">
                    <a:lumMod val="75000"/>
                  </a:schemeClr>
                </a:solidFill>
                <a:latin typeface="Courier New" panose="02070309020205020404" pitchFamily="49" charset="0"/>
                <a:cs typeface="Courier New" panose="02070309020205020404" pitchFamily="49" charset="0"/>
              </a:rPr>
              <a:t>location ?: 'World'</a:t>
            </a:r>
            <a:r>
              <a:rPr lang="en-US" sz="1000" dirty="0">
                <a:latin typeface="Courier New" panose="02070309020205020404" pitchFamily="49" charset="0"/>
                <a:cs typeface="Courier New" panose="02070309020205020404" pitchFamily="49" charset="0"/>
              </a:rPr>
              <a:t>}"</a:t>
            </a:r>
          </a:p>
          <a:p>
            <a:pPr marL="0" indent="0">
              <a:lnSpc>
                <a:spcPct val="120000"/>
              </a:lnSpc>
              <a:spcBef>
                <a:spcPts val="0"/>
              </a:spcBef>
              <a:buNone/>
            </a:pPr>
            <a:r>
              <a:rPr lang="en-US" sz="1000" dirty="0">
                <a:latin typeface="Courier New" panose="02070309020205020404" pitchFamily="49" charset="0"/>
                <a:cs typeface="Courier New" panose="02070309020205020404" pitchFamily="49" charset="0"/>
              </a:rPr>
              <a:t>    """</a:t>
            </a:r>
          </a:p>
          <a:p>
            <a:pPr marL="0" indent="0">
              <a:lnSpc>
                <a:spcPct val="120000"/>
              </a:lnSpc>
              <a:spcBef>
                <a:spcPts val="0"/>
              </a:spcBef>
              <a:buNone/>
            </a:pPr>
            <a:r>
              <a:rPr lang="en-US" sz="1000" dirty="0">
                <a:latin typeface="Courier New" panose="02070309020205020404" pitchFamily="49" charset="0"/>
                <a:cs typeface="Courier New" panose="02070309020205020404" pitchFamily="49" charset="0"/>
              </a:rPr>
              <a:t>}</a:t>
            </a:r>
          </a:p>
        </p:txBody>
      </p:sp>
      <p:pic>
        <p:nvPicPr>
          <p:cNvPr id="4" name="Picture 3">
            <a:extLst>
              <a:ext uri="{FF2B5EF4-FFF2-40B4-BE49-F238E27FC236}">
                <a16:creationId xmlns:a16="http://schemas.microsoft.com/office/drawing/2014/main" id="{C966CC72-4A25-C877-FC74-32D808AB2C8F}"/>
              </a:ext>
            </a:extLst>
          </p:cNvPr>
          <p:cNvPicPr>
            <a:picLocks noChangeAspect="1"/>
          </p:cNvPicPr>
          <p:nvPr/>
        </p:nvPicPr>
        <p:blipFill>
          <a:blip r:embed="rId3"/>
          <a:stretch>
            <a:fillRect/>
          </a:stretch>
        </p:blipFill>
        <p:spPr>
          <a:xfrm>
            <a:off x="4524538" y="2422457"/>
            <a:ext cx="7577762" cy="277130"/>
          </a:xfrm>
          <a:prstGeom prst="rect">
            <a:avLst/>
          </a:prstGeom>
        </p:spPr>
      </p:pic>
      <p:sp>
        <p:nvSpPr>
          <p:cNvPr id="6" name="Slide Number Placeholder 5">
            <a:extLst>
              <a:ext uri="{FF2B5EF4-FFF2-40B4-BE49-F238E27FC236}">
                <a16:creationId xmlns:a16="http://schemas.microsoft.com/office/drawing/2014/main" id="{CAB17F55-683A-D05C-FF7E-F7C2F25F2048}"/>
              </a:ext>
            </a:extLst>
          </p:cNvPr>
          <p:cNvSpPr>
            <a:spLocks noGrp="1"/>
          </p:cNvSpPr>
          <p:nvPr>
            <p:ph type="sldNum" sz="quarter" idx="12"/>
          </p:nvPr>
        </p:nvSpPr>
        <p:spPr/>
        <p:txBody>
          <a:bodyPr/>
          <a:lstStyle/>
          <a:p>
            <a:fld id="{8EDBA861-06E5-4444-A7F4-C8274B7105C9}" type="slidenum">
              <a:rPr lang="en-US" smtClean="0"/>
              <a:t>13</a:t>
            </a:fld>
            <a:endParaRPr lang="en-US"/>
          </a:p>
        </p:txBody>
      </p:sp>
    </p:spTree>
    <p:extLst>
      <p:ext uri="{BB962C8B-B14F-4D97-AF65-F5344CB8AC3E}">
        <p14:creationId xmlns:p14="http://schemas.microsoft.com/office/powerpoint/2010/main" val="289959607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E4FD3B-D655-725A-9C55-5EF1F88C79BB}"/>
              </a:ext>
            </a:extLst>
          </p:cNvPr>
          <p:cNvSpPr>
            <a:spLocks noGrp="1"/>
          </p:cNvSpPr>
          <p:nvPr>
            <p:ph type="title"/>
          </p:nvPr>
        </p:nvSpPr>
        <p:spPr/>
        <p:txBody>
          <a:bodyPr/>
          <a:lstStyle/>
          <a:p>
            <a:r>
              <a:rPr lang="en-US" dirty="0"/>
              <a:t>Create &amp; use a parameter file (JSON)</a:t>
            </a:r>
          </a:p>
        </p:txBody>
      </p:sp>
      <p:sp>
        <p:nvSpPr>
          <p:cNvPr id="3" name="Content Placeholder 2">
            <a:extLst>
              <a:ext uri="{FF2B5EF4-FFF2-40B4-BE49-F238E27FC236}">
                <a16:creationId xmlns:a16="http://schemas.microsoft.com/office/drawing/2014/main" id="{93F9517A-BF14-5AF9-3D6C-164294708BB9}"/>
              </a:ext>
            </a:extLst>
          </p:cNvPr>
          <p:cNvSpPr>
            <a:spLocks noGrp="1"/>
          </p:cNvSpPr>
          <p:nvPr>
            <p:ph idx="1"/>
          </p:nvPr>
        </p:nvSpPr>
        <p:spPr>
          <a:xfrm>
            <a:off x="838200" y="1825625"/>
            <a:ext cx="6934200" cy="2330313"/>
          </a:xfrm>
        </p:spPr>
        <p:txBody>
          <a:bodyPr/>
          <a:lstStyle/>
          <a:p>
            <a:pPr marL="0" indent="0">
              <a:buNone/>
            </a:pPr>
            <a:r>
              <a:rPr lang="en-US" sz="2400" dirty="0">
                <a:solidFill>
                  <a:schemeClr val="accent6">
                    <a:lumMod val="75000"/>
                  </a:schemeClr>
                </a:solidFill>
                <a:latin typeface="Courier New" panose="02070309020205020404" pitchFamily="49" charset="0"/>
                <a:cs typeface="Courier New" panose="02070309020205020404" pitchFamily="49" charset="0"/>
              </a:rPr>
              <a:t>{</a:t>
            </a:r>
          </a:p>
          <a:p>
            <a:pPr marL="0" indent="0">
              <a:buNone/>
            </a:pPr>
            <a:r>
              <a:rPr lang="en-US" sz="2400" dirty="0">
                <a:solidFill>
                  <a:schemeClr val="accent6">
                    <a:lumMod val="75000"/>
                  </a:schemeClr>
                </a:solidFill>
                <a:latin typeface="Courier New" panose="02070309020205020404" pitchFamily="49" charset="0"/>
                <a:cs typeface="Courier New" panose="02070309020205020404" pitchFamily="49" charset="0"/>
              </a:rPr>
              <a:t>  "location": "Georgia"</a:t>
            </a:r>
          </a:p>
          <a:p>
            <a:pPr marL="0" indent="0">
              <a:buNone/>
            </a:pPr>
            <a:r>
              <a:rPr lang="en-US" sz="2400" dirty="0">
                <a:solidFill>
                  <a:schemeClr val="accent6">
                    <a:lumMod val="75000"/>
                  </a:schemeClr>
                </a:solidFill>
                <a:latin typeface="Courier New" panose="02070309020205020404" pitchFamily="49" charset="0"/>
                <a:cs typeface="Courier New" panose="02070309020205020404" pitchFamily="49" charset="0"/>
              </a:rPr>
              <a:t>}</a:t>
            </a:r>
          </a:p>
          <a:p>
            <a:pPr marL="0" indent="0">
              <a:buNone/>
            </a:pPr>
            <a:r>
              <a:rPr lang="en-US" dirty="0"/>
              <a:t>location-</a:t>
            </a:r>
            <a:r>
              <a:rPr lang="en-US" dirty="0" err="1"/>
              <a:t>params.json</a:t>
            </a:r>
            <a:endParaRPr lang="en-US" dirty="0"/>
          </a:p>
          <a:p>
            <a:pPr marL="0" indent="0">
              <a:buNone/>
            </a:pPr>
            <a:endParaRPr lang="en-US" dirty="0"/>
          </a:p>
          <a:p>
            <a:pPr marL="0" indent="0">
              <a:buNone/>
            </a:pPr>
            <a:endParaRPr lang="en-US" dirty="0"/>
          </a:p>
        </p:txBody>
      </p:sp>
      <p:pic>
        <p:nvPicPr>
          <p:cNvPr id="5" name="Picture 4">
            <a:extLst>
              <a:ext uri="{FF2B5EF4-FFF2-40B4-BE49-F238E27FC236}">
                <a16:creationId xmlns:a16="http://schemas.microsoft.com/office/drawing/2014/main" id="{3C43187F-2B51-103D-2EA6-44850D99E138}"/>
              </a:ext>
            </a:extLst>
          </p:cNvPr>
          <p:cNvPicPr>
            <a:picLocks noChangeAspect="1"/>
          </p:cNvPicPr>
          <p:nvPr/>
        </p:nvPicPr>
        <p:blipFill>
          <a:blip r:embed="rId2"/>
          <a:stretch>
            <a:fillRect/>
          </a:stretch>
        </p:blipFill>
        <p:spPr>
          <a:xfrm>
            <a:off x="1506042" y="4581252"/>
            <a:ext cx="9179916" cy="1525384"/>
          </a:xfrm>
          <a:prstGeom prst="rect">
            <a:avLst/>
          </a:prstGeom>
        </p:spPr>
      </p:pic>
      <p:pic>
        <p:nvPicPr>
          <p:cNvPr id="6" name="Picture 5">
            <a:extLst>
              <a:ext uri="{FF2B5EF4-FFF2-40B4-BE49-F238E27FC236}">
                <a16:creationId xmlns:a16="http://schemas.microsoft.com/office/drawing/2014/main" id="{FD03FA0C-C416-BBFA-1F03-715DE1F4F15F}"/>
              </a:ext>
            </a:extLst>
          </p:cNvPr>
          <p:cNvPicPr>
            <a:picLocks noChangeAspect="1"/>
          </p:cNvPicPr>
          <p:nvPr/>
        </p:nvPicPr>
        <p:blipFill>
          <a:blip r:embed="rId3"/>
          <a:stretch>
            <a:fillRect/>
          </a:stretch>
        </p:blipFill>
        <p:spPr>
          <a:xfrm>
            <a:off x="1506042" y="4155938"/>
            <a:ext cx="9179917" cy="299175"/>
          </a:xfrm>
          <a:prstGeom prst="rect">
            <a:avLst/>
          </a:prstGeom>
        </p:spPr>
      </p:pic>
      <p:sp>
        <p:nvSpPr>
          <p:cNvPr id="7" name="Slide Number Placeholder 6">
            <a:extLst>
              <a:ext uri="{FF2B5EF4-FFF2-40B4-BE49-F238E27FC236}">
                <a16:creationId xmlns:a16="http://schemas.microsoft.com/office/drawing/2014/main" id="{A0480606-3DA7-6BCA-6268-2656B400D901}"/>
              </a:ext>
            </a:extLst>
          </p:cNvPr>
          <p:cNvSpPr>
            <a:spLocks noGrp="1"/>
          </p:cNvSpPr>
          <p:nvPr>
            <p:ph type="sldNum" sz="quarter" idx="12"/>
          </p:nvPr>
        </p:nvSpPr>
        <p:spPr/>
        <p:txBody>
          <a:bodyPr/>
          <a:lstStyle/>
          <a:p>
            <a:fld id="{8EDBA861-06E5-4444-A7F4-C8274B7105C9}" type="slidenum">
              <a:rPr lang="en-US" smtClean="0"/>
              <a:t>14</a:t>
            </a:fld>
            <a:endParaRPr lang="en-US"/>
          </a:p>
        </p:txBody>
      </p:sp>
    </p:spTree>
    <p:extLst>
      <p:ext uri="{BB962C8B-B14F-4D97-AF65-F5344CB8AC3E}">
        <p14:creationId xmlns:p14="http://schemas.microsoft.com/office/powerpoint/2010/main" val="249542492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1C7F2F-EB69-E880-572D-DF06573A7ED1}"/>
              </a:ext>
            </a:extLst>
          </p:cNvPr>
          <p:cNvSpPr>
            <a:spLocks noGrp="1"/>
          </p:cNvSpPr>
          <p:nvPr>
            <p:ph type="title"/>
          </p:nvPr>
        </p:nvSpPr>
        <p:spPr/>
        <p:txBody>
          <a:bodyPr/>
          <a:lstStyle/>
          <a:p>
            <a:r>
              <a:rPr lang="en-US" dirty="0"/>
              <a:t>Channels</a:t>
            </a:r>
          </a:p>
        </p:txBody>
      </p:sp>
      <p:sp>
        <p:nvSpPr>
          <p:cNvPr id="3" name="Content Placeholder 2">
            <a:extLst>
              <a:ext uri="{FF2B5EF4-FFF2-40B4-BE49-F238E27FC236}">
                <a16:creationId xmlns:a16="http://schemas.microsoft.com/office/drawing/2014/main" id="{D182DB9A-0C6A-85F9-6ADA-D1F6C0F743C1}"/>
              </a:ext>
            </a:extLst>
          </p:cNvPr>
          <p:cNvSpPr>
            <a:spLocks noGrp="1"/>
          </p:cNvSpPr>
          <p:nvPr>
            <p:ph idx="1"/>
          </p:nvPr>
        </p:nvSpPr>
        <p:spPr/>
        <p:txBody>
          <a:bodyPr/>
          <a:lstStyle/>
          <a:p>
            <a:pPr marL="0" indent="0">
              <a:buNone/>
            </a:pPr>
            <a:r>
              <a:rPr lang="en-US" dirty="0"/>
              <a:t>Objectives</a:t>
            </a:r>
          </a:p>
          <a:p>
            <a:r>
              <a:rPr lang="en-US" dirty="0"/>
              <a:t>Understand how </a:t>
            </a:r>
            <a:r>
              <a:rPr lang="en-US" dirty="0" err="1"/>
              <a:t>Nextflow</a:t>
            </a:r>
            <a:r>
              <a:rPr lang="en-US" dirty="0"/>
              <a:t> manages data using channels.</a:t>
            </a:r>
          </a:p>
          <a:p>
            <a:r>
              <a:rPr lang="en-US" dirty="0"/>
              <a:t>Understand the different types of </a:t>
            </a:r>
            <a:r>
              <a:rPr lang="en-US" dirty="0" err="1"/>
              <a:t>Nextflow</a:t>
            </a:r>
            <a:r>
              <a:rPr lang="en-US" dirty="0"/>
              <a:t> channels.</a:t>
            </a:r>
          </a:p>
          <a:p>
            <a:r>
              <a:rPr lang="en-US" dirty="0"/>
              <a:t>Create a value and queue channel using channel factory methods.</a:t>
            </a:r>
          </a:p>
          <a:p>
            <a:r>
              <a:rPr lang="en-US" dirty="0"/>
              <a:t>Select files as input based on a glob pattern.</a:t>
            </a:r>
          </a:p>
          <a:p>
            <a:r>
              <a:rPr lang="en-US" dirty="0"/>
              <a:t>Edit channel factory arguments to alter how data is read in.</a:t>
            </a:r>
          </a:p>
          <a:p>
            <a:endParaRPr lang="en-US" dirty="0"/>
          </a:p>
        </p:txBody>
      </p:sp>
      <p:sp>
        <p:nvSpPr>
          <p:cNvPr id="4" name="Slide Number Placeholder 3">
            <a:extLst>
              <a:ext uri="{FF2B5EF4-FFF2-40B4-BE49-F238E27FC236}">
                <a16:creationId xmlns:a16="http://schemas.microsoft.com/office/drawing/2014/main" id="{C333D620-6E0E-A480-8365-BC29ED10F925}"/>
              </a:ext>
            </a:extLst>
          </p:cNvPr>
          <p:cNvSpPr>
            <a:spLocks noGrp="1"/>
          </p:cNvSpPr>
          <p:nvPr>
            <p:ph type="sldNum" sz="quarter" idx="12"/>
          </p:nvPr>
        </p:nvSpPr>
        <p:spPr/>
        <p:txBody>
          <a:bodyPr/>
          <a:lstStyle/>
          <a:p>
            <a:fld id="{8EDBA861-06E5-4444-A7F4-C8274B7105C9}" type="slidenum">
              <a:rPr lang="en-US" smtClean="0"/>
              <a:t>15</a:t>
            </a:fld>
            <a:endParaRPr lang="en-US"/>
          </a:p>
        </p:txBody>
      </p:sp>
    </p:spTree>
    <p:extLst>
      <p:ext uri="{BB962C8B-B14F-4D97-AF65-F5344CB8AC3E}">
        <p14:creationId xmlns:p14="http://schemas.microsoft.com/office/powerpoint/2010/main" val="124412710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B2248F-9EE7-14C4-DAC5-42851F0C2FFA}"/>
              </a:ext>
            </a:extLst>
          </p:cNvPr>
          <p:cNvSpPr>
            <a:spLocks noGrp="1"/>
          </p:cNvSpPr>
          <p:nvPr>
            <p:ph type="title"/>
          </p:nvPr>
        </p:nvSpPr>
        <p:spPr/>
        <p:txBody>
          <a:bodyPr/>
          <a:lstStyle/>
          <a:p>
            <a:r>
              <a:rPr lang="en-US" dirty="0"/>
              <a:t>Channels</a:t>
            </a:r>
          </a:p>
        </p:txBody>
      </p:sp>
      <p:sp>
        <p:nvSpPr>
          <p:cNvPr id="3" name="Content Placeholder 2">
            <a:extLst>
              <a:ext uri="{FF2B5EF4-FFF2-40B4-BE49-F238E27FC236}">
                <a16:creationId xmlns:a16="http://schemas.microsoft.com/office/drawing/2014/main" id="{05719D5C-8E97-FAF3-D61D-50D13BA6E94B}"/>
              </a:ext>
            </a:extLst>
          </p:cNvPr>
          <p:cNvSpPr>
            <a:spLocks noGrp="1"/>
          </p:cNvSpPr>
          <p:nvPr>
            <p:ph idx="1"/>
          </p:nvPr>
        </p:nvSpPr>
        <p:spPr/>
        <p:txBody>
          <a:bodyPr/>
          <a:lstStyle/>
          <a:p>
            <a:r>
              <a:rPr lang="en-US" b="1" i="1" dirty="0"/>
              <a:t>Channels</a:t>
            </a:r>
            <a:r>
              <a:rPr lang="en-US" dirty="0"/>
              <a:t> are the way in which </a:t>
            </a:r>
            <a:r>
              <a:rPr lang="en-US" dirty="0" err="1"/>
              <a:t>Nextflow</a:t>
            </a:r>
            <a:r>
              <a:rPr lang="en-US" dirty="0"/>
              <a:t> sends data around a workflow.</a:t>
            </a:r>
          </a:p>
          <a:p>
            <a:r>
              <a:rPr lang="en-US" dirty="0"/>
              <a:t>Channels connect processes via their inputs and outputs.</a:t>
            </a:r>
          </a:p>
          <a:p>
            <a:r>
              <a:rPr lang="en-US" dirty="0"/>
              <a:t>Channels can store multiple items, such as files (e.g., </a:t>
            </a:r>
            <a:r>
              <a:rPr lang="en-US" dirty="0" err="1"/>
              <a:t>fastq</a:t>
            </a:r>
            <a:r>
              <a:rPr lang="en-US" dirty="0"/>
              <a:t> files) or values.</a:t>
            </a:r>
          </a:p>
          <a:p>
            <a:r>
              <a:rPr lang="en-US" dirty="0"/>
              <a:t>When the process runs using one item from the input channel, we will call that run a </a:t>
            </a:r>
            <a:r>
              <a:rPr lang="en-US" b="1" i="1" dirty="0"/>
              <a:t>task</a:t>
            </a:r>
            <a:r>
              <a:rPr lang="en-US" dirty="0"/>
              <a:t>.</a:t>
            </a:r>
          </a:p>
          <a:p>
            <a:pPr marL="0" indent="0">
              <a:buNone/>
            </a:pPr>
            <a:endParaRPr lang="en-US" dirty="0"/>
          </a:p>
        </p:txBody>
      </p:sp>
      <p:sp>
        <p:nvSpPr>
          <p:cNvPr id="4" name="Slide Number Placeholder 3">
            <a:extLst>
              <a:ext uri="{FF2B5EF4-FFF2-40B4-BE49-F238E27FC236}">
                <a16:creationId xmlns:a16="http://schemas.microsoft.com/office/drawing/2014/main" id="{2A3E120F-F027-7010-256C-ECA493BEED30}"/>
              </a:ext>
            </a:extLst>
          </p:cNvPr>
          <p:cNvSpPr>
            <a:spLocks noGrp="1"/>
          </p:cNvSpPr>
          <p:nvPr>
            <p:ph type="sldNum" sz="quarter" idx="12"/>
          </p:nvPr>
        </p:nvSpPr>
        <p:spPr/>
        <p:txBody>
          <a:bodyPr/>
          <a:lstStyle/>
          <a:p>
            <a:fld id="{8EDBA861-06E5-4444-A7F4-C8274B7105C9}" type="slidenum">
              <a:rPr lang="en-US" smtClean="0"/>
              <a:t>16</a:t>
            </a:fld>
            <a:endParaRPr lang="en-US"/>
          </a:p>
        </p:txBody>
      </p:sp>
    </p:spTree>
    <p:extLst>
      <p:ext uri="{BB962C8B-B14F-4D97-AF65-F5344CB8AC3E}">
        <p14:creationId xmlns:p14="http://schemas.microsoft.com/office/powerpoint/2010/main" val="171915026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F338036A-3E23-E0E5-85E1-D96DC27D0F6A}"/>
              </a:ext>
            </a:extLst>
          </p:cNvPr>
          <p:cNvPicPr>
            <a:picLocks noChangeAspect="1"/>
          </p:cNvPicPr>
          <p:nvPr/>
        </p:nvPicPr>
        <p:blipFill>
          <a:blip r:embed="rId2">
            <a:extLst>
              <a:ext uri="{28A0092B-C50C-407E-A947-70E740481C1C}">
                <a14:useLocalDpi xmlns:a14="http://schemas.microsoft.com/office/drawing/2010/main" val="0"/>
              </a:ext>
            </a:extLst>
          </a:blip>
          <a:srcRect l="4152" t="24148" r="5122" b="24796"/>
          <a:stretch>
            <a:fillRect/>
          </a:stretch>
        </p:blipFill>
        <p:spPr>
          <a:xfrm>
            <a:off x="365760" y="4491990"/>
            <a:ext cx="11407140" cy="1588770"/>
          </a:xfrm>
          <a:prstGeom prst="rect">
            <a:avLst/>
          </a:prstGeom>
        </p:spPr>
      </p:pic>
      <p:sp>
        <p:nvSpPr>
          <p:cNvPr id="2" name="Title 1">
            <a:extLst>
              <a:ext uri="{FF2B5EF4-FFF2-40B4-BE49-F238E27FC236}">
                <a16:creationId xmlns:a16="http://schemas.microsoft.com/office/drawing/2014/main" id="{E1C8035F-380C-2CC2-8531-37A09B7C5F0D}"/>
              </a:ext>
            </a:extLst>
          </p:cNvPr>
          <p:cNvSpPr>
            <a:spLocks noGrp="1"/>
          </p:cNvSpPr>
          <p:nvPr>
            <p:ph type="title"/>
          </p:nvPr>
        </p:nvSpPr>
        <p:spPr/>
        <p:txBody>
          <a:bodyPr/>
          <a:lstStyle/>
          <a:p>
            <a:r>
              <a:rPr lang="en-US" dirty="0"/>
              <a:t>Channels</a:t>
            </a:r>
          </a:p>
        </p:txBody>
      </p:sp>
      <p:sp>
        <p:nvSpPr>
          <p:cNvPr id="3" name="Content Placeholder 2">
            <a:extLst>
              <a:ext uri="{FF2B5EF4-FFF2-40B4-BE49-F238E27FC236}">
                <a16:creationId xmlns:a16="http://schemas.microsoft.com/office/drawing/2014/main" id="{3AB6A2FD-28A1-6891-27EB-AFEC20242B9E}"/>
              </a:ext>
            </a:extLst>
          </p:cNvPr>
          <p:cNvSpPr>
            <a:spLocks noGrp="1"/>
          </p:cNvSpPr>
          <p:nvPr>
            <p:ph idx="1"/>
          </p:nvPr>
        </p:nvSpPr>
        <p:spPr/>
        <p:txBody>
          <a:bodyPr/>
          <a:lstStyle/>
          <a:p>
            <a:r>
              <a:rPr lang="en-US" dirty="0"/>
              <a:t>allows complex tasks to be split up, run in parallel</a:t>
            </a:r>
          </a:p>
          <a:p>
            <a:r>
              <a:rPr lang="en-US" dirty="0"/>
              <a:t>asynchronous</a:t>
            </a:r>
          </a:p>
          <a:p>
            <a:r>
              <a:rPr lang="en-US" dirty="0"/>
              <a:t>the first element into a channel queue is the first out of the queue (First in - First out).</a:t>
            </a:r>
          </a:p>
          <a:p>
            <a:r>
              <a:rPr lang="en-US" dirty="0"/>
              <a:t>Channels only send data in one direction</a:t>
            </a:r>
          </a:p>
          <a:p>
            <a:endParaRPr lang="en-US" dirty="0"/>
          </a:p>
        </p:txBody>
      </p:sp>
      <p:sp>
        <p:nvSpPr>
          <p:cNvPr id="4" name="Slide Number Placeholder 3">
            <a:extLst>
              <a:ext uri="{FF2B5EF4-FFF2-40B4-BE49-F238E27FC236}">
                <a16:creationId xmlns:a16="http://schemas.microsoft.com/office/drawing/2014/main" id="{CDB375DD-D25C-AE42-A097-99A23BFC5406}"/>
              </a:ext>
            </a:extLst>
          </p:cNvPr>
          <p:cNvSpPr>
            <a:spLocks noGrp="1"/>
          </p:cNvSpPr>
          <p:nvPr>
            <p:ph type="sldNum" sz="quarter" idx="12"/>
          </p:nvPr>
        </p:nvSpPr>
        <p:spPr/>
        <p:txBody>
          <a:bodyPr/>
          <a:lstStyle/>
          <a:p>
            <a:fld id="{8EDBA861-06E5-4444-A7F4-C8274B7105C9}" type="slidenum">
              <a:rPr lang="en-US" smtClean="0"/>
              <a:t>17</a:t>
            </a:fld>
            <a:endParaRPr lang="en-US"/>
          </a:p>
        </p:txBody>
      </p:sp>
    </p:spTree>
    <p:extLst>
      <p:ext uri="{BB962C8B-B14F-4D97-AF65-F5344CB8AC3E}">
        <p14:creationId xmlns:p14="http://schemas.microsoft.com/office/powerpoint/2010/main" val="235476880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B1FC82-DC86-124E-3AF6-59AABE95529A}"/>
              </a:ext>
            </a:extLst>
          </p:cNvPr>
          <p:cNvSpPr>
            <a:spLocks noGrp="1"/>
          </p:cNvSpPr>
          <p:nvPr>
            <p:ph type="title"/>
          </p:nvPr>
        </p:nvSpPr>
        <p:spPr/>
        <p:txBody>
          <a:bodyPr/>
          <a:lstStyle/>
          <a:p>
            <a:r>
              <a:rPr lang="en-US" dirty="0"/>
              <a:t>Channel types</a:t>
            </a:r>
          </a:p>
        </p:txBody>
      </p:sp>
      <p:sp>
        <p:nvSpPr>
          <p:cNvPr id="3" name="Content Placeholder 2">
            <a:extLst>
              <a:ext uri="{FF2B5EF4-FFF2-40B4-BE49-F238E27FC236}">
                <a16:creationId xmlns:a16="http://schemas.microsoft.com/office/drawing/2014/main" id="{075B4013-11B7-9D5E-7378-DB39EE33AF9E}"/>
              </a:ext>
            </a:extLst>
          </p:cNvPr>
          <p:cNvSpPr>
            <a:spLocks noGrp="1"/>
          </p:cNvSpPr>
          <p:nvPr>
            <p:ph idx="1"/>
          </p:nvPr>
        </p:nvSpPr>
        <p:spPr/>
        <p:txBody>
          <a:bodyPr>
            <a:normAutofit lnSpcReduction="10000"/>
          </a:bodyPr>
          <a:lstStyle/>
          <a:p>
            <a:r>
              <a:rPr lang="en-US" dirty="0"/>
              <a:t>2 kinds of channels: </a:t>
            </a:r>
            <a:r>
              <a:rPr lang="en-US" b="1" dirty="0"/>
              <a:t>queue</a:t>
            </a:r>
            <a:r>
              <a:rPr lang="en-US" dirty="0"/>
              <a:t> channels and </a:t>
            </a:r>
            <a:r>
              <a:rPr lang="en-US" b="1" dirty="0"/>
              <a:t>value</a:t>
            </a:r>
            <a:r>
              <a:rPr lang="en-US" dirty="0"/>
              <a:t> channels</a:t>
            </a:r>
          </a:p>
          <a:p>
            <a:endParaRPr lang="en-US" dirty="0"/>
          </a:p>
          <a:p>
            <a:r>
              <a:rPr lang="en-US" b="1" dirty="0"/>
              <a:t>Queue</a:t>
            </a:r>
            <a:r>
              <a:rPr lang="en-US" dirty="0"/>
              <a:t> channels are a type of channel in which data is consumed (used up) to make input for a process/operator. Queue channels can be created in two ways:</a:t>
            </a:r>
          </a:p>
          <a:p>
            <a:pPr marL="971550" lvl="1" indent="-514350">
              <a:buFont typeface="+mj-lt"/>
              <a:buAutoNum type="arabicPeriod"/>
            </a:pPr>
            <a:r>
              <a:rPr lang="en-US" dirty="0">
                <a:effectLst/>
              </a:rPr>
              <a:t>As the outputs of a process.</a:t>
            </a:r>
          </a:p>
          <a:p>
            <a:pPr marL="971550" lvl="1" indent="-514350">
              <a:buFont typeface="+mj-lt"/>
              <a:buAutoNum type="arabicPeriod"/>
            </a:pPr>
            <a:r>
              <a:rPr lang="en-US" dirty="0">
                <a:effectLst/>
              </a:rPr>
              <a:t>Explicitly using channel factory methods such as </a:t>
            </a:r>
            <a:r>
              <a:rPr lang="en-US" dirty="0" err="1">
                <a:effectLst/>
                <a:hlinkClick r:id="rId2"/>
              </a:rPr>
              <a:t>Channel.of</a:t>
            </a:r>
            <a:r>
              <a:rPr lang="en-US" dirty="0">
                <a:effectLst/>
              </a:rPr>
              <a:t> or </a:t>
            </a:r>
            <a:r>
              <a:rPr lang="en-US" dirty="0" err="1">
                <a:effectLst/>
                <a:hlinkClick r:id="rId3"/>
              </a:rPr>
              <a:t>Channel.fromPath</a:t>
            </a:r>
            <a:r>
              <a:rPr lang="en-US" dirty="0">
                <a:effectLst/>
              </a:rPr>
              <a:t>.</a:t>
            </a:r>
            <a:endParaRPr lang="en-US" dirty="0"/>
          </a:p>
          <a:p>
            <a:r>
              <a:rPr lang="en-US" dirty="0"/>
              <a:t>A </a:t>
            </a:r>
            <a:r>
              <a:rPr lang="en-US" b="1" dirty="0"/>
              <a:t>value</a:t>
            </a:r>
            <a:r>
              <a:rPr lang="en-US" dirty="0"/>
              <a:t> channel is bound to a </a:t>
            </a:r>
            <a:r>
              <a:rPr lang="en-US" b="1" dirty="0"/>
              <a:t>single</a:t>
            </a:r>
            <a:r>
              <a:rPr lang="en-US" dirty="0"/>
              <a:t> value. A value channel can be used an unlimited number times since its content is not consumed.</a:t>
            </a:r>
          </a:p>
        </p:txBody>
      </p:sp>
      <p:sp>
        <p:nvSpPr>
          <p:cNvPr id="4" name="Slide Number Placeholder 3">
            <a:extLst>
              <a:ext uri="{FF2B5EF4-FFF2-40B4-BE49-F238E27FC236}">
                <a16:creationId xmlns:a16="http://schemas.microsoft.com/office/drawing/2014/main" id="{42F08571-B161-86CA-F6A5-EA2393718141}"/>
              </a:ext>
            </a:extLst>
          </p:cNvPr>
          <p:cNvSpPr>
            <a:spLocks noGrp="1"/>
          </p:cNvSpPr>
          <p:nvPr>
            <p:ph type="sldNum" sz="quarter" idx="12"/>
          </p:nvPr>
        </p:nvSpPr>
        <p:spPr/>
        <p:txBody>
          <a:bodyPr/>
          <a:lstStyle/>
          <a:p>
            <a:fld id="{8EDBA861-06E5-4444-A7F4-C8274B7105C9}" type="slidenum">
              <a:rPr lang="en-US" smtClean="0"/>
              <a:t>18</a:t>
            </a:fld>
            <a:endParaRPr lang="en-US"/>
          </a:p>
        </p:txBody>
      </p:sp>
    </p:spTree>
    <p:extLst>
      <p:ext uri="{BB962C8B-B14F-4D97-AF65-F5344CB8AC3E}">
        <p14:creationId xmlns:p14="http://schemas.microsoft.com/office/powerpoint/2010/main" val="51367433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37E197-4670-0CD7-C077-9B4ECE885D6F}"/>
              </a:ext>
            </a:extLst>
          </p:cNvPr>
          <p:cNvSpPr>
            <a:spLocks noGrp="1"/>
          </p:cNvSpPr>
          <p:nvPr>
            <p:ph type="title"/>
          </p:nvPr>
        </p:nvSpPr>
        <p:spPr/>
        <p:txBody>
          <a:bodyPr/>
          <a:lstStyle/>
          <a:p>
            <a:r>
              <a:rPr lang="en-US" dirty="0"/>
              <a:t>Creating Channels using Channel factories</a:t>
            </a:r>
          </a:p>
        </p:txBody>
      </p:sp>
      <p:sp>
        <p:nvSpPr>
          <p:cNvPr id="3" name="Content Placeholder 2">
            <a:extLst>
              <a:ext uri="{FF2B5EF4-FFF2-40B4-BE49-F238E27FC236}">
                <a16:creationId xmlns:a16="http://schemas.microsoft.com/office/drawing/2014/main" id="{EA6610B6-442C-FB92-9E5B-9BD6A4AB0C73}"/>
              </a:ext>
            </a:extLst>
          </p:cNvPr>
          <p:cNvSpPr>
            <a:spLocks noGrp="1"/>
          </p:cNvSpPr>
          <p:nvPr>
            <p:ph idx="1"/>
          </p:nvPr>
        </p:nvSpPr>
        <p:spPr/>
        <p:txBody>
          <a:bodyPr/>
          <a:lstStyle/>
          <a:p>
            <a:r>
              <a:rPr lang="en-US" dirty="0"/>
              <a:t>Channel factories are used to explicitly create channels.</a:t>
            </a:r>
          </a:p>
          <a:p>
            <a:pPr lvl="1"/>
            <a:r>
              <a:rPr lang="en-US" dirty="0"/>
              <a:t>In programming, factory methods (functions) are a programming design pattern used to create different types of objects (in this case, different types of channels).</a:t>
            </a:r>
          </a:p>
          <a:p>
            <a:r>
              <a:rPr lang="en-US" dirty="0"/>
              <a:t>Channel factories are called using the Channel.&lt;method&gt; syntax, and return a specific instance of a Channel.</a:t>
            </a:r>
          </a:p>
        </p:txBody>
      </p:sp>
      <p:pic>
        <p:nvPicPr>
          <p:cNvPr id="5" name="Picture 4">
            <a:extLst>
              <a:ext uri="{FF2B5EF4-FFF2-40B4-BE49-F238E27FC236}">
                <a16:creationId xmlns:a16="http://schemas.microsoft.com/office/drawing/2014/main" id="{2115AE1E-C7F6-B771-C264-0713AB4458BC}"/>
              </a:ext>
            </a:extLst>
          </p:cNvPr>
          <p:cNvPicPr>
            <a:picLocks noChangeAspect="1"/>
          </p:cNvPicPr>
          <p:nvPr/>
        </p:nvPicPr>
        <p:blipFill>
          <a:blip r:embed="rId2"/>
          <a:stretch>
            <a:fillRect/>
          </a:stretch>
        </p:blipFill>
        <p:spPr>
          <a:xfrm>
            <a:off x="923179" y="4887205"/>
            <a:ext cx="10688542" cy="1038370"/>
          </a:xfrm>
          <a:prstGeom prst="rect">
            <a:avLst/>
          </a:prstGeom>
        </p:spPr>
      </p:pic>
      <p:sp>
        <p:nvSpPr>
          <p:cNvPr id="4" name="Slide Number Placeholder 3">
            <a:extLst>
              <a:ext uri="{FF2B5EF4-FFF2-40B4-BE49-F238E27FC236}">
                <a16:creationId xmlns:a16="http://schemas.microsoft.com/office/drawing/2014/main" id="{4683A2A5-0637-5017-C020-9BF199FE59BF}"/>
              </a:ext>
            </a:extLst>
          </p:cNvPr>
          <p:cNvSpPr>
            <a:spLocks noGrp="1"/>
          </p:cNvSpPr>
          <p:nvPr>
            <p:ph type="sldNum" sz="quarter" idx="12"/>
          </p:nvPr>
        </p:nvSpPr>
        <p:spPr/>
        <p:txBody>
          <a:bodyPr/>
          <a:lstStyle/>
          <a:p>
            <a:fld id="{8EDBA861-06E5-4444-A7F4-C8274B7105C9}" type="slidenum">
              <a:rPr lang="en-US" smtClean="0"/>
              <a:t>19</a:t>
            </a:fld>
            <a:endParaRPr lang="en-US"/>
          </a:p>
        </p:txBody>
      </p:sp>
    </p:spTree>
    <p:extLst>
      <p:ext uri="{BB962C8B-B14F-4D97-AF65-F5344CB8AC3E}">
        <p14:creationId xmlns:p14="http://schemas.microsoft.com/office/powerpoint/2010/main" val="151275800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F20CD4-6435-BCB6-9000-A864E86E5F96}"/>
              </a:ext>
            </a:extLst>
          </p:cNvPr>
          <p:cNvSpPr>
            <a:spLocks noGrp="1"/>
          </p:cNvSpPr>
          <p:nvPr>
            <p:ph type="title"/>
          </p:nvPr>
        </p:nvSpPr>
        <p:spPr/>
        <p:txBody>
          <a:bodyPr>
            <a:normAutofit/>
          </a:bodyPr>
          <a:lstStyle/>
          <a:p>
            <a:r>
              <a:rPr lang="en-US" dirty="0"/>
              <a:t>Queue channel factory</a:t>
            </a:r>
          </a:p>
        </p:txBody>
      </p:sp>
      <p:sp>
        <p:nvSpPr>
          <p:cNvPr id="3" name="Content Placeholder 2">
            <a:extLst>
              <a:ext uri="{FF2B5EF4-FFF2-40B4-BE49-F238E27FC236}">
                <a16:creationId xmlns:a16="http://schemas.microsoft.com/office/drawing/2014/main" id="{C5E55953-EA58-4D7C-1CE0-58D005386D7F}"/>
              </a:ext>
            </a:extLst>
          </p:cNvPr>
          <p:cNvSpPr>
            <a:spLocks noGrp="1"/>
          </p:cNvSpPr>
          <p:nvPr>
            <p:ph idx="1"/>
          </p:nvPr>
        </p:nvSpPr>
        <p:spPr/>
        <p:txBody>
          <a:bodyPr/>
          <a:lstStyle/>
          <a:p>
            <a:r>
              <a:rPr lang="en-US" dirty="0"/>
              <a:t>Queue (consumable) channels can be created using the following channel factory methods.</a:t>
            </a:r>
          </a:p>
          <a:p>
            <a:pPr lvl="1"/>
            <a:r>
              <a:rPr lang="en-US" dirty="0" err="1"/>
              <a:t>Channel.of</a:t>
            </a:r>
            <a:endParaRPr lang="en-US" dirty="0"/>
          </a:p>
          <a:p>
            <a:pPr lvl="1"/>
            <a:r>
              <a:rPr lang="en-US" dirty="0" err="1"/>
              <a:t>Channel.fromList</a:t>
            </a:r>
            <a:endParaRPr lang="en-US" dirty="0"/>
          </a:p>
          <a:p>
            <a:pPr lvl="1"/>
            <a:r>
              <a:rPr lang="en-US" dirty="0" err="1"/>
              <a:t>Channel.fromPath</a:t>
            </a:r>
            <a:endParaRPr lang="en-US" dirty="0"/>
          </a:p>
          <a:p>
            <a:pPr lvl="1"/>
            <a:r>
              <a:rPr lang="en-US" dirty="0" err="1"/>
              <a:t>Channel.fromFilePairs</a:t>
            </a:r>
            <a:endParaRPr lang="en-US" dirty="0"/>
          </a:p>
          <a:p>
            <a:pPr lvl="1"/>
            <a:r>
              <a:rPr lang="en-US" dirty="0" err="1"/>
              <a:t>Channel.fromSRA</a:t>
            </a:r>
            <a:endParaRPr lang="en-US" dirty="0"/>
          </a:p>
          <a:p>
            <a:endParaRPr lang="en-US" dirty="0"/>
          </a:p>
        </p:txBody>
      </p:sp>
      <p:sp>
        <p:nvSpPr>
          <p:cNvPr id="4" name="Slide Number Placeholder 3">
            <a:extLst>
              <a:ext uri="{FF2B5EF4-FFF2-40B4-BE49-F238E27FC236}">
                <a16:creationId xmlns:a16="http://schemas.microsoft.com/office/drawing/2014/main" id="{19C67EA0-3F73-94AE-32B1-D86D8EE61152}"/>
              </a:ext>
            </a:extLst>
          </p:cNvPr>
          <p:cNvSpPr>
            <a:spLocks noGrp="1"/>
          </p:cNvSpPr>
          <p:nvPr>
            <p:ph type="sldNum" sz="quarter" idx="12"/>
          </p:nvPr>
        </p:nvSpPr>
        <p:spPr/>
        <p:txBody>
          <a:bodyPr/>
          <a:lstStyle/>
          <a:p>
            <a:fld id="{8EDBA861-06E5-4444-A7F4-C8274B7105C9}" type="slidenum">
              <a:rPr lang="en-US" smtClean="0"/>
              <a:t>20</a:t>
            </a:fld>
            <a:endParaRPr lang="en-US"/>
          </a:p>
        </p:txBody>
      </p:sp>
    </p:spTree>
    <p:extLst>
      <p:ext uri="{BB962C8B-B14F-4D97-AF65-F5344CB8AC3E}">
        <p14:creationId xmlns:p14="http://schemas.microsoft.com/office/powerpoint/2010/main" val="203699388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E6AD01-5CF2-12EB-37BE-B235A6E2FE34}"/>
              </a:ext>
            </a:extLst>
          </p:cNvPr>
          <p:cNvSpPr>
            <a:spLocks noGrp="1"/>
          </p:cNvSpPr>
          <p:nvPr>
            <p:ph type="title"/>
          </p:nvPr>
        </p:nvSpPr>
        <p:spPr/>
        <p:txBody>
          <a:bodyPr/>
          <a:lstStyle/>
          <a:p>
            <a:r>
              <a:rPr lang="en-US" dirty="0"/>
              <a:t>The </a:t>
            </a:r>
            <a:r>
              <a:rPr lang="en-US" b="1" i="1" dirty="0"/>
              <a:t>of</a:t>
            </a:r>
            <a:r>
              <a:rPr lang="en-US" dirty="0"/>
              <a:t> Channel factory</a:t>
            </a:r>
          </a:p>
        </p:txBody>
      </p:sp>
      <p:sp>
        <p:nvSpPr>
          <p:cNvPr id="3" name="Content Placeholder 2">
            <a:extLst>
              <a:ext uri="{FF2B5EF4-FFF2-40B4-BE49-F238E27FC236}">
                <a16:creationId xmlns:a16="http://schemas.microsoft.com/office/drawing/2014/main" id="{ACFE6A64-DE7C-EA4F-FABC-55FE140EE9E5}"/>
              </a:ext>
            </a:extLst>
          </p:cNvPr>
          <p:cNvSpPr>
            <a:spLocks noGrp="1"/>
          </p:cNvSpPr>
          <p:nvPr>
            <p:ph idx="1"/>
          </p:nvPr>
        </p:nvSpPr>
        <p:spPr/>
        <p:txBody>
          <a:bodyPr/>
          <a:lstStyle/>
          <a:p>
            <a:r>
              <a:rPr lang="en-US" dirty="0"/>
              <a:t>When you want to create a channel containing multiple values you can use the channel factory </a:t>
            </a:r>
            <a:r>
              <a:rPr lang="en-US" i="1" dirty="0" err="1"/>
              <a:t>Channel.of</a:t>
            </a:r>
            <a:r>
              <a:rPr lang="en-US" dirty="0"/>
              <a:t>.</a:t>
            </a:r>
          </a:p>
          <a:p>
            <a:r>
              <a:rPr lang="en-US" i="1" dirty="0" err="1"/>
              <a:t>Channel.of</a:t>
            </a:r>
            <a:r>
              <a:rPr lang="en-US" i="1" dirty="0"/>
              <a:t> </a:t>
            </a:r>
            <a:r>
              <a:rPr lang="en-US" dirty="0"/>
              <a:t>allows the creation of a queue channel with the values specified as arguments, separated by a </a:t>
            </a:r>
            <a:r>
              <a:rPr lang="en-US" i="1" dirty="0"/>
              <a:t>,</a:t>
            </a:r>
            <a:r>
              <a:rPr lang="en-US" dirty="0"/>
              <a:t>.</a:t>
            </a:r>
          </a:p>
        </p:txBody>
      </p:sp>
      <p:pic>
        <p:nvPicPr>
          <p:cNvPr id="5" name="Picture 4">
            <a:extLst>
              <a:ext uri="{FF2B5EF4-FFF2-40B4-BE49-F238E27FC236}">
                <a16:creationId xmlns:a16="http://schemas.microsoft.com/office/drawing/2014/main" id="{6B40D294-63EF-DD53-CF21-77DA92B96F15}"/>
              </a:ext>
            </a:extLst>
          </p:cNvPr>
          <p:cNvPicPr>
            <a:picLocks noChangeAspect="1"/>
          </p:cNvPicPr>
          <p:nvPr/>
        </p:nvPicPr>
        <p:blipFill>
          <a:blip r:embed="rId2"/>
          <a:stretch>
            <a:fillRect/>
          </a:stretch>
        </p:blipFill>
        <p:spPr>
          <a:xfrm>
            <a:off x="1300827" y="4465256"/>
            <a:ext cx="9590347" cy="922149"/>
          </a:xfrm>
          <a:prstGeom prst="rect">
            <a:avLst/>
          </a:prstGeom>
        </p:spPr>
      </p:pic>
      <p:pic>
        <p:nvPicPr>
          <p:cNvPr id="7" name="Picture 6">
            <a:extLst>
              <a:ext uri="{FF2B5EF4-FFF2-40B4-BE49-F238E27FC236}">
                <a16:creationId xmlns:a16="http://schemas.microsoft.com/office/drawing/2014/main" id="{CEBB31CE-4FDF-CAF5-231A-D5634A6ECB9E}"/>
              </a:ext>
            </a:extLst>
          </p:cNvPr>
          <p:cNvPicPr>
            <a:picLocks noChangeAspect="1"/>
          </p:cNvPicPr>
          <p:nvPr/>
        </p:nvPicPr>
        <p:blipFill>
          <a:blip r:embed="rId3"/>
          <a:stretch>
            <a:fillRect/>
          </a:stretch>
        </p:blipFill>
        <p:spPr>
          <a:xfrm>
            <a:off x="1300826" y="5387405"/>
            <a:ext cx="826665" cy="1417140"/>
          </a:xfrm>
          <a:prstGeom prst="rect">
            <a:avLst/>
          </a:prstGeom>
        </p:spPr>
      </p:pic>
      <p:sp>
        <p:nvSpPr>
          <p:cNvPr id="4" name="Slide Number Placeholder 3">
            <a:extLst>
              <a:ext uri="{FF2B5EF4-FFF2-40B4-BE49-F238E27FC236}">
                <a16:creationId xmlns:a16="http://schemas.microsoft.com/office/drawing/2014/main" id="{13B9FEE9-48AD-FAE9-9D67-1782E888D4F0}"/>
              </a:ext>
            </a:extLst>
          </p:cNvPr>
          <p:cNvSpPr>
            <a:spLocks noGrp="1"/>
          </p:cNvSpPr>
          <p:nvPr>
            <p:ph type="sldNum" sz="quarter" idx="12"/>
          </p:nvPr>
        </p:nvSpPr>
        <p:spPr/>
        <p:txBody>
          <a:bodyPr/>
          <a:lstStyle/>
          <a:p>
            <a:fld id="{8EDBA861-06E5-4444-A7F4-C8274B7105C9}" type="slidenum">
              <a:rPr lang="en-US" smtClean="0"/>
              <a:t>21</a:t>
            </a:fld>
            <a:endParaRPr lang="en-US"/>
          </a:p>
        </p:txBody>
      </p:sp>
    </p:spTree>
    <p:extLst>
      <p:ext uri="{BB962C8B-B14F-4D97-AF65-F5344CB8AC3E}">
        <p14:creationId xmlns:p14="http://schemas.microsoft.com/office/powerpoint/2010/main" val="186970710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FC8FDE-6D42-B71C-1614-ED2238DDFB7D}"/>
              </a:ext>
            </a:extLst>
          </p:cNvPr>
          <p:cNvSpPr>
            <a:spLocks noGrp="1"/>
          </p:cNvSpPr>
          <p:nvPr>
            <p:ph type="title"/>
          </p:nvPr>
        </p:nvSpPr>
        <p:spPr/>
        <p:txBody>
          <a:bodyPr/>
          <a:lstStyle/>
          <a:p>
            <a:r>
              <a:rPr lang="en-US" dirty="0"/>
              <a:t>The </a:t>
            </a:r>
            <a:r>
              <a:rPr lang="en-US" b="1" i="1" dirty="0" err="1"/>
              <a:t>fromList</a:t>
            </a:r>
            <a:r>
              <a:rPr lang="en-US" dirty="0"/>
              <a:t> Channel factory</a:t>
            </a:r>
          </a:p>
        </p:txBody>
      </p:sp>
      <p:sp>
        <p:nvSpPr>
          <p:cNvPr id="3" name="Content Placeholder 2">
            <a:extLst>
              <a:ext uri="{FF2B5EF4-FFF2-40B4-BE49-F238E27FC236}">
                <a16:creationId xmlns:a16="http://schemas.microsoft.com/office/drawing/2014/main" id="{C0C0BA01-EC90-824F-CD6A-E6669F307951}"/>
              </a:ext>
            </a:extLst>
          </p:cNvPr>
          <p:cNvSpPr>
            <a:spLocks noGrp="1"/>
          </p:cNvSpPr>
          <p:nvPr>
            <p:ph idx="1"/>
          </p:nvPr>
        </p:nvSpPr>
        <p:spPr>
          <a:xfrm>
            <a:off x="838200" y="1782285"/>
            <a:ext cx="10515600" cy="4351338"/>
          </a:xfrm>
        </p:spPr>
        <p:txBody>
          <a:bodyPr/>
          <a:lstStyle/>
          <a:p>
            <a:r>
              <a:rPr lang="en-US" dirty="0"/>
              <a:t>You can use the </a:t>
            </a:r>
            <a:r>
              <a:rPr lang="en-US" i="1" dirty="0" err="1"/>
              <a:t>Channel.fromList</a:t>
            </a:r>
            <a:r>
              <a:rPr lang="en-US" i="1" dirty="0"/>
              <a:t> </a:t>
            </a:r>
            <a:r>
              <a:rPr lang="en-US" dirty="0"/>
              <a:t>method to create a queue channel from a list object.</a:t>
            </a:r>
          </a:p>
        </p:txBody>
      </p:sp>
      <p:pic>
        <p:nvPicPr>
          <p:cNvPr id="5" name="Picture 4">
            <a:extLst>
              <a:ext uri="{FF2B5EF4-FFF2-40B4-BE49-F238E27FC236}">
                <a16:creationId xmlns:a16="http://schemas.microsoft.com/office/drawing/2014/main" id="{00D89FBA-B78F-FE98-4D85-E474159F3212}"/>
              </a:ext>
            </a:extLst>
          </p:cNvPr>
          <p:cNvPicPr>
            <a:picLocks noChangeAspect="1"/>
          </p:cNvPicPr>
          <p:nvPr/>
        </p:nvPicPr>
        <p:blipFill>
          <a:blip r:embed="rId3"/>
          <a:stretch>
            <a:fillRect/>
          </a:stretch>
        </p:blipFill>
        <p:spPr>
          <a:xfrm>
            <a:off x="3109495" y="2653790"/>
            <a:ext cx="5973009" cy="2267266"/>
          </a:xfrm>
          <a:prstGeom prst="rect">
            <a:avLst/>
          </a:prstGeom>
        </p:spPr>
      </p:pic>
      <p:pic>
        <p:nvPicPr>
          <p:cNvPr id="7" name="Picture 6">
            <a:extLst>
              <a:ext uri="{FF2B5EF4-FFF2-40B4-BE49-F238E27FC236}">
                <a16:creationId xmlns:a16="http://schemas.microsoft.com/office/drawing/2014/main" id="{8F1A429A-AD8F-962E-0B3D-8EEE24AD6F87}"/>
              </a:ext>
            </a:extLst>
          </p:cNvPr>
          <p:cNvPicPr>
            <a:picLocks noChangeAspect="1"/>
          </p:cNvPicPr>
          <p:nvPr/>
        </p:nvPicPr>
        <p:blipFill>
          <a:blip r:embed="rId4"/>
          <a:stretch>
            <a:fillRect/>
          </a:stretch>
        </p:blipFill>
        <p:spPr>
          <a:xfrm>
            <a:off x="3109495" y="4921056"/>
            <a:ext cx="4477375" cy="1390844"/>
          </a:xfrm>
          <a:prstGeom prst="rect">
            <a:avLst/>
          </a:prstGeom>
        </p:spPr>
      </p:pic>
      <p:sp>
        <p:nvSpPr>
          <p:cNvPr id="4" name="Slide Number Placeholder 3">
            <a:extLst>
              <a:ext uri="{FF2B5EF4-FFF2-40B4-BE49-F238E27FC236}">
                <a16:creationId xmlns:a16="http://schemas.microsoft.com/office/drawing/2014/main" id="{7A404851-5F71-6F49-031E-46E2604176FA}"/>
              </a:ext>
            </a:extLst>
          </p:cNvPr>
          <p:cNvSpPr>
            <a:spLocks noGrp="1"/>
          </p:cNvSpPr>
          <p:nvPr>
            <p:ph type="sldNum" sz="quarter" idx="12"/>
          </p:nvPr>
        </p:nvSpPr>
        <p:spPr/>
        <p:txBody>
          <a:bodyPr/>
          <a:lstStyle/>
          <a:p>
            <a:fld id="{8EDBA861-06E5-4444-A7F4-C8274B7105C9}" type="slidenum">
              <a:rPr lang="en-US" smtClean="0"/>
              <a:t>22</a:t>
            </a:fld>
            <a:endParaRPr lang="en-US"/>
          </a:p>
        </p:txBody>
      </p:sp>
    </p:spTree>
    <p:extLst>
      <p:ext uri="{BB962C8B-B14F-4D97-AF65-F5344CB8AC3E}">
        <p14:creationId xmlns:p14="http://schemas.microsoft.com/office/powerpoint/2010/main" val="306589832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40C724-10B4-5F03-823E-0A1A79486287}"/>
              </a:ext>
            </a:extLst>
          </p:cNvPr>
          <p:cNvSpPr>
            <a:spLocks noGrp="1"/>
          </p:cNvSpPr>
          <p:nvPr>
            <p:ph type="title"/>
          </p:nvPr>
        </p:nvSpPr>
        <p:spPr/>
        <p:txBody>
          <a:bodyPr/>
          <a:lstStyle/>
          <a:p>
            <a:r>
              <a:rPr lang="en-US" dirty="0"/>
              <a:t>The </a:t>
            </a:r>
            <a:r>
              <a:rPr lang="en-US" b="1" i="1" dirty="0" err="1"/>
              <a:t>fromPath</a:t>
            </a:r>
            <a:r>
              <a:rPr lang="en-US" dirty="0"/>
              <a:t> Channel factory</a:t>
            </a:r>
          </a:p>
        </p:txBody>
      </p:sp>
      <p:sp>
        <p:nvSpPr>
          <p:cNvPr id="3" name="Content Placeholder 2">
            <a:extLst>
              <a:ext uri="{FF2B5EF4-FFF2-40B4-BE49-F238E27FC236}">
                <a16:creationId xmlns:a16="http://schemas.microsoft.com/office/drawing/2014/main" id="{9E41951C-D67F-674B-278E-EF98F61B5B34}"/>
              </a:ext>
            </a:extLst>
          </p:cNvPr>
          <p:cNvSpPr>
            <a:spLocks noGrp="1"/>
          </p:cNvSpPr>
          <p:nvPr>
            <p:ph idx="1"/>
          </p:nvPr>
        </p:nvSpPr>
        <p:spPr/>
        <p:txBody>
          <a:bodyPr/>
          <a:lstStyle/>
          <a:p>
            <a:r>
              <a:rPr lang="en-US" dirty="0"/>
              <a:t>The </a:t>
            </a:r>
            <a:r>
              <a:rPr lang="en-US" i="1" dirty="0" err="1"/>
              <a:t>fromPath</a:t>
            </a:r>
            <a:r>
              <a:rPr lang="en-US" dirty="0"/>
              <a:t> factory method creates a </a:t>
            </a:r>
            <a:r>
              <a:rPr lang="en-US" b="1" dirty="0"/>
              <a:t>queue channel</a:t>
            </a:r>
            <a:r>
              <a:rPr lang="en-US" dirty="0"/>
              <a:t> containing one or more files matching a file path.</a:t>
            </a:r>
          </a:p>
          <a:p>
            <a:r>
              <a:rPr lang="en-US" dirty="0"/>
              <a:t>You can also use glob syntax to specify pattern-matching behavior for files.</a:t>
            </a:r>
          </a:p>
        </p:txBody>
      </p:sp>
      <p:pic>
        <p:nvPicPr>
          <p:cNvPr id="5" name="Picture 4">
            <a:extLst>
              <a:ext uri="{FF2B5EF4-FFF2-40B4-BE49-F238E27FC236}">
                <a16:creationId xmlns:a16="http://schemas.microsoft.com/office/drawing/2014/main" id="{37A60FB8-DCBF-91C7-D85C-62D7B2A90503}"/>
              </a:ext>
            </a:extLst>
          </p:cNvPr>
          <p:cNvPicPr>
            <a:picLocks noChangeAspect="1"/>
          </p:cNvPicPr>
          <p:nvPr/>
        </p:nvPicPr>
        <p:blipFill>
          <a:blip r:embed="rId2"/>
          <a:stretch>
            <a:fillRect/>
          </a:stretch>
        </p:blipFill>
        <p:spPr>
          <a:xfrm>
            <a:off x="2299773" y="3563083"/>
            <a:ext cx="7363853" cy="876422"/>
          </a:xfrm>
          <a:prstGeom prst="rect">
            <a:avLst/>
          </a:prstGeom>
        </p:spPr>
      </p:pic>
      <p:pic>
        <p:nvPicPr>
          <p:cNvPr id="7" name="Picture 6">
            <a:extLst>
              <a:ext uri="{FF2B5EF4-FFF2-40B4-BE49-F238E27FC236}">
                <a16:creationId xmlns:a16="http://schemas.microsoft.com/office/drawing/2014/main" id="{987A07CF-CA7B-FC28-F58A-7701FDE209D7}"/>
              </a:ext>
            </a:extLst>
          </p:cNvPr>
          <p:cNvPicPr>
            <a:picLocks noChangeAspect="1"/>
          </p:cNvPicPr>
          <p:nvPr/>
        </p:nvPicPr>
        <p:blipFill>
          <a:blip r:embed="rId3"/>
          <a:stretch>
            <a:fillRect/>
          </a:stretch>
        </p:blipFill>
        <p:spPr>
          <a:xfrm>
            <a:off x="2299773" y="4439505"/>
            <a:ext cx="4123887" cy="2270748"/>
          </a:xfrm>
          <a:prstGeom prst="rect">
            <a:avLst/>
          </a:prstGeom>
        </p:spPr>
      </p:pic>
      <p:sp>
        <p:nvSpPr>
          <p:cNvPr id="4" name="Slide Number Placeholder 3">
            <a:extLst>
              <a:ext uri="{FF2B5EF4-FFF2-40B4-BE49-F238E27FC236}">
                <a16:creationId xmlns:a16="http://schemas.microsoft.com/office/drawing/2014/main" id="{4FAAFCE4-0CD4-655D-4D7E-E0E3DBE2FABD}"/>
              </a:ext>
            </a:extLst>
          </p:cNvPr>
          <p:cNvSpPr>
            <a:spLocks noGrp="1"/>
          </p:cNvSpPr>
          <p:nvPr>
            <p:ph type="sldNum" sz="quarter" idx="12"/>
          </p:nvPr>
        </p:nvSpPr>
        <p:spPr/>
        <p:txBody>
          <a:bodyPr/>
          <a:lstStyle/>
          <a:p>
            <a:fld id="{8EDBA861-06E5-4444-A7F4-C8274B7105C9}" type="slidenum">
              <a:rPr lang="en-US" smtClean="0"/>
              <a:t>23</a:t>
            </a:fld>
            <a:endParaRPr lang="en-US"/>
          </a:p>
        </p:txBody>
      </p:sp>
    </p:spTree>
    <p:extLst>
      <p:ext uri="{BB962C8B-B14F-4D97-AF65-F5344CB8AC3E}">
        <p14:creationId xmlns:p14="http://schemas.microsoft.com/office/powerpoint/2010/main" val="51255486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487305-4C31-0794-394C-B4494F058C25}"/>
              </a:ext>
            </a:extLst>
          </p:cNvPr>
          <p:cNvSpPr>
            <a:spLocks noGrp="1"/>
          </p:cNvSpPr>
          <p:nvPr>
            <p:ph type="title"/>
          </p:nvPr>
        </p:nvSpPr>
        <p:spPr/>
        <p:txBody>
          <a:bodyPr/>
          <a:lstStyle/>
          <a:p>
            <a:r>
              <a:rPr lang="en-US" dirty="0"/>
              <a:t>The </a:t>
            </a:r>
            <a:r>
              <a:rPr lang="en-US" b="1" i="1" dirty="0" err="1"/>
              <a:t>fromFilePairs</a:t>
            </a:r>
            <a:r>
              <a:rPr lang="en-US" dirty="0"/>
              <a:t> Channel factory</a:t>
            </a:r>
          </a:p>
        </p:txBody>
      </p:sp>
      <p:sp>
        <p:nvSpPr>
          <p:cNvPr id="3" name="Content Placeholder 2">
            <a:extLst>
              <a:ext uri="{FF2B5EF4-FFF2-40B4-BE49-F238E27FC236}">
                <a16:creationId xmlns:a16="http://schemas.microsoft.com/office/drawing/2014/main" id="{614301B6-81B3-0211-E2BD-C7A3E9C852CB}"/>
              </a:ext>
            </a:extLst>
          </p:cNvPr>
          <p:cNvSpPr>
            <a:spLocks noGrp="1"/>
          </p:cNvSpPr>
          <p:nvPr>
            <p:ph idx="1"/>
          </p:nvPr>
        </p:nvSpPr>
        <p:spPr/>
        <p:txBody>
          <a:bodyPr/>
          <a:lstStyle/>
          <a:p>
            <a:r>
              <a:rPr lang="en-US" dirty="0"/>
              <a:t>creates a queue channel containing a tuple for every set of files matching a specific glob pattern (e.g., /path/to/*_{1,2}.fq.gz)</a:t>
            </a:r>
          </a:p>
        </p:txBody>
      </p:sp>
      <p:pic>
        <p:nvPicPr>
          <p:cNvPr id="7" name="Picture 6">
            <a:extLst>
              <a:ext uri="{FF2B5EF4-FFF2-40B4-BE49-F238E27FC236}">
                <a16:creationId xmlns:a16="http://schemas.microsoft.com/office/drawing/2014/main" id="{FB9395CF-91A1-59D5-8DCB-63BA294AF632}"/>
              </a:ext>
            </a:extLst>
          </p:cNvPr>
          <p:cNvPicPr>
            <a:picLocks noChangeAspect="1"/>
          </p:cNvPicPr>
          <p:nvPr/>
        </p:nvPicPr>
        <p:blipFill>
          <a:blip r:embed="rId2"/>
          <a:stretch>
            <a:fillRect/>
          </a:stretch>
        </p:blipFill>
        <p:spPr>
          <a:xfrm>
            <a:off x="1513835" y="3033657"/>
            <a:ext cx="9164329" cy="790685"/>
          </a:xfrm>
          <a:prstGeom prst="rect">
            <a:avLst/>
          </a:prstGeom>
        </p:spPr>
      </p:pic>
      <p:pic>
        <p:nvPicPr>
          <p:cNvPr id="9" name="Picture 8">
            <a:extLst>
              <a:ext uri="{FF2B5EF4-FFF2-40B4-BE49-F238E27FC236}">
                <a16:creationId xmlns:a16="http://schemas.microsoft.com/office/drawing/2014/main" id="{9E098ADC-CD13-3836-A0A0-E7D4813A1318}"/>
              </a:ext>
            </a:extLst>
          </p:cNvPr>
          <p:cNvPicPr>
            <a:picLocks noChangeAspect="1"/>
          </p:cNvPicPr>
          <p:nvPr/>
        </p:nvPicPr>
        <p:blipFill>
          <a:blip r:embed="rId3"/>
          <a:stretch>
            <a:fillRect/>
          </a:stretch>
        </p:blipFill>
        <p:spPr>
          <a:xfrm>
            <a:off x="1513835" y="3824342"/>
            <a:ext cx="9961885" cy="1307945"/>
          </a:xfrm>
          <a:prstGeom prst="rect">
            <a:avLst/>
          </a:prstGeom>
        </p:spPr>
      </p:pic>
      <p:sp>
        <p:nvSpPr>
          <p:cNvPr id="4" name="Slide Number Placeholder 3">
            <a:extLst>
              <a:ext uri="{FF2B5EF4-FFF2-40B4-BE49-F238E27FC236}">
                <a16:creationId xmlns:a16="http://schemas.microsoft.com/office/drawing/2014/main" id="{80E280F3-55F5-0495-08AE-A09D394BCE86}"/>
              </a:ext>
            </a:extLst>
          </p:cNvPr>
          <p:cNvSpPr>
            <a:spLocks noGrp="1"/>
          </p:cNvSpPr>
          <p:nvPr>
            <p:ph type="sldNum" sz="quarter" idx="12"/>
          </p:nvPr>
        </p:nvSpPr>
        <p:spPr/>
        <p:txBody>
          <a:bodyPr/>
          <a:lstStyle/>
          <a:p>
            <a:fld id="{8EDBA861-06E5-4444-A7F4-C8274B7105C9}" type="slidenum">
              <a:rPr lang="en-US" smtClean="0"/>
              <a:t>24</a:t>
            </a:fld>
            <a:endParaRPr lang="en-US"/>
          </a:p>
        </p:txBody>
      </p:sp>
    </p:spTree>
    <p:extLst>
      <p:ext uri="{BB962C8B-B14F-4D97-AF65-F5344CB8AC3E}">
        <p14:creationId xmlns:p14="http://schemas.microsoft.com/office/powerpoint/2010/main" val="173243790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321A07-7DE7-6CDA-DBB8-EE6A0A596E78}"/>
              </a:ext>
            </a:extLst>
          </p:cNvPr>
          <p:cNvSpPr>
            <a:spLocks noGrp="1"/>
          </p:cNvSpPr>
          <p:nvPr>
            <p:ph type="title"/>
          </p:nvPr>
        </p:nvSpPr>
        <p:spPr/>
        <p:txBody>
          <a:bodyPr/>
          <a:lstStyle/>
          <a:p>
            <a:r>
              <a:rPr lang="en-US" dirty="0"/>
              <a:t>Processes</a:t>
            </a:r>
          </a:p>
        </p:txBody>
      </p:sp>
      <p:sp>
        <p:nvSpPr>
          <p:cNvPr id="3" name="Content Placeholder 2">
            <a:extLst>
              <a:ext uri="{FF2B5EF4-FFF2-40B4-BE49-F238E27FC236}">
                <a16:creationId xmlns:a16="http://schemas.microsoft.com/office/drawing/2014/main" id="{FCFA79FA-C936-F36E-418E-214DB77901F1}"/>
              </a:ext>
            </a:extLst>
          </p:cNvPr>
          <p:cNvSpPr>
            <a:spLocks noGrp="1"/>
          </p:cNvSpPr>
          <p:nvPr>
            <p:ph idx="1"/>
          </p:nvPr>
        </p:nvSpPr>
        <p:spPr/>
        <p:txBody>
          <a:bodyPr>
            <a:normAutofit lnSpcReduction="10000"/>
          </a:bodyPr>
          <a:lstStyle/>
          <a:p>
            <a:pPr marL="0" indent="0">
              <a:buNone/>
            </a:pPr>
            <a:r>
              <a:rPr lang="en-US" dirty="0"/>
              <a:t>Objectives</a:t>
            </a:r>
          </a:p>
          <a:p>
            <a:r>
              <a:rPr lang="en-US" dirty="0"/>
              <a:t>Understand how </a:t>
            </a:r>
            <a:r>
              <a:rPr lang="en-US" dirty="0" err="1"/>
              <a:t>Nextflow</a:t>
            </a:r>
            <a:r>
              <a:rPr lang="en-US" dirty="0"/>
              <a:t> uses processes to execute tasks.</a:t>
            </a:r>
          </a:p>
          <a:p>
            <a:r>
              <a:rPr lang="en-US" dirty="0"/>
              <a:t>Create a </a:t>
            </a:r>
            <a:r>
              <a:rPr lang="en-US" dirty="0" err="1"/>
              <a:t>Nextflow</a:t>
            </a:r>
            <a:r>
              <a:rPr lang="en-US" dirty="0"/>
              <a:t> process.</a:t>
            </a:r>
          </a:p>
          <a:p>
            <a:r>
              <a:rPr lang="en-US" dirty="0"/>
              <a:t>Define inputs and outputs to a process.</a:t>
            </a:r>
          </a:p>
          <a:p>
            <a:r>
              <a:rPr lang="en-US" dirty="0"/>
              <a:t>Understand how to handle grouped input and output using the tuple qualifier.</a:t>
            </a:r>
          </a:p>
          <a:p>
            <a:r>
              <a:rPr lang="en-US" dirty="0"/>
              <a:t>Understand how to use conditionals to control process execution.</a:t>
            </a:r>
          </a:p>
          <a:p>
            <a:r>
              <a:rPr lang="en-US" dirty="0"/>
              <a:t>Use process directives to control execution of a process.</a:t>
            </a:r>
          </a:p>
          <a:p>
            <a:r>
              <a:rPr lang="en-US" dirty="0"/>
              <a:t>Use the </a:t>
            </a:r>
            <a:r>
              <a:rPr lang="en-US" i="1" dirty="0" err="1"/>
              <a:t>publishDir</a:t>
            </a:r>
            <a:r>
              <a:rPr lang="en-US" dirty="0"/>
              <a:t> directive to save result files to a directory.</a:t>
            </a:r>
          </a:p>
          <a:p>
            <a:endParaRPr lang="en-US" dirty="0"/>
          </a:p>
        </p:txBody>
      </p:sp>
      <p:sp>
        <p:nvSpPr>
          <p:cNvPr id="4" name="Slide Number Placeholder 3">
            <a:extLst>
              <a:ext uri="{FF2B5EF4-FFF2-40B4-BE49-F238E27FC236}">
                <a16:creationId xmlns:a16="http://schemas.microsoft.com/office/drawing/2014/main" id="{CFE8776A-E6FF-C47F-59B4-09C3929241AF}"/>
              </a:ext>
            </a:extLst>
          </p:cNvPr>
          <p:cNvSpPr>
            <a:spLocks noGrp="1"/>
          </p:cNvSpPr>
          <p:nvPr>
            <p:ph type="sldNum" sz="quarter" idx="12"/>
          </p:nvPr>
        </p:nvSpPr>
        <p:spPr/>
        <p:txBody>
          <a:bodyPr/>
          <a:lstStyle/>
          <a:p>
            <a:fld id="{8EDBA861-06E5-4444-A7F4-C8274B7105C9}" type="slidenum">
              <a:rPr lang="en-US" smtClean="0"/>
              <a:t>25</a:t>
            </a:fld>
            <a:endParaRPr lang="en-US"/>
          </a:p>
        </p:txBody>
      </p:sp>
    </p:spTree>
    <p:extLst>
      <p:ext uri="{BB962C8B-B14F-4D97-AF65-F5344CB8AC3E}">
        <p14:creationId xmlns:p14="http://schemas.microsoft.com/office/powerpoint/2010/main" val="181120891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B2B457-06A6-81DA-5780-9148FC4C2D75}"/>
              </a:ext>
            </a:extLst>
          </p:cNvPr>
          <p:cNvSpPr>
            <a:spLocks noGrp="1"/>
          </p:cNvSpPr>
          <p:nvPr>
            <p:ph type="title"/>
          </p:nvPr>
        </p:nvSpPr>
        <p:spPr/>
        <p:txBody>
          <a:bodyPr/>
          <a:lstStyle/>
          <a:p>
            <a:r>
              <a:rPr lang="en-US" dirty="0"/>
              <a:t>Processes</a:t>
            </a:r>
          </a:p>
        </p:txBody>
      </p:sp>
      <p:sp>
        <p:nvSpPr>
          <p:cNvPr id="3" name="Content Placeholder 2">
            <a:extLst>
              <a:ext uri="{FF2B5EF4-FFF2-40B4-BE49-F238E27FC236}">
                <a16:creationId xmlns:a16="http://schemas.microsoft.com/office/drawing/2014/main" id="{4C715A0D-83DC-4131-B7E5-84DD0FDD72D7}"/>
              </a:ext>
            </a:extLst>
          </p:cNvPr>
          <p:cNvSpPr>
            <a:spLocks noGrp="1"/>
          </p:cNvSpPr>
          <p:nvPr>
            <p:ph idx="1"/>
          </p:nvPr>
        </p:nvSpPr>
        <p:spPr/>
        <p:txBody>
          <a:bodyPr>
            <a:normAutofit/>
          </a:bodyPr>
          <a:lstStyle/>
          <a:p>
            <a:r>
              <a:rPr lang="en-US" dirty="0"/>
              <a:t>We now know how to create and use </a:t>
            </a:r>
            <a:r>
              <a:rPr lang="en-US" i="1" dirty="0"/>
              <a:t>Channels</a:t>
            </a:r>
            <a:r>
              <a:rPr lang="en-US" dirty="0"/>
              <a:t> to send data around a workflow. We will now see how to run tasks within a workflow using </a:t>
            </a:r>
            <a:r>
              <a:rPr lang="en-US" b="1" i="1" dirty="0"/>
              <a:t>processes</a:t>
            </a:r>
            <a:r>
              <a:rPr lang="en-US" dirty="0"/>
              <a:t>.</a:t>
            </a:r>
          </a:p>
          <a:p>
            <a:endParaRPr lang="en-US" dirty="0"/>
          </a:p>
          <a:p>
            <a:r>
              <a:rPr lang="en-US" dirty="0"/>
              <a:t>A </a:t>
            </a:r>
            <a:r>
              <a:rPr lang="en-US" i="1" dirty="0"/>
              <a:t>process</a:t>
            </a:r>
            <a:r>
              <a:rPr lang="en-US" dirty="0"/>
              <a:t> is the way </a:t>
            </a:r>
            <a:r>
              <a:rPr lang="en-US" dirty="0" err="1"/>
              <a:t>Nextflow</a:t>
            </a:r>
            <a:r>
              <a:rPr lang="en-US" dirty="0"/>
              <a:t> executes commands you would run on the command line or custom scripts.</a:t>
            </a:r>
          </a:p>
          <a:p>
            <a:endParaRPr lang="en-US" dirty="0"/>
          </a:p>
          <a:p>
            <a:r>
              <a:rPr lang="en-US" dirty="0"/>
              <a:t>a particular step in a workflow</a:t>
            </a:r>
          </a:p>
          <a:p>
            <a:r>
              <a:rPr lang="en-US" dirty="0"/>
              <a:t>independent of each other</a:t>
            </a:r>
          </a:p>
        </p:txBody>
      </p:sp>
      <p:sp>
        <p:nvSpPr>
          <p:cNvPr id="4" name="Slide Number Placeholder 3">
            <a:extLst>
              <a:ext uri="{FF2B5EF4-FFF2-40B4-BE49-F238E27FC236}">
                <a16:creationId xmlns:a16="http://schemas.microsoft.com/office/drawing/2014/main" id="{8BF7F427-1207-DFCB-BBB8-8BF8C2BF9808}"/>
              </a:ext>
            </a:extLst>
          </p:cNvPr>
          <p:cNvSpPr>
            <a:spLocks noGrp="1"/>
          </p:cNvSpPr>
          <p:nvPr>
            <p:ph type="sldNum" sz="quarter" idx="12"/>
          </p:nvPr>
        </p:nvSpPr>
        <p:spPr/>
        <p:txBody>
          <a:bodyPr/>
          <a:lstStyle/>
          <a:p>
            <a:fld id="{8EDBA861-06E5-4444-A7F4-C8274B7105C9}" type="slidenum">
              <a:rPr lang="en-US" smtClean="0"/>
              <a:t>26</a:t>
            </a:fld>
            <a:endParaRPr lang="en-US"/>
          </a:p>
        </p:txBody>
      </p:sp>
    </p:spTree>
    <p:extLst>
      <p:ext uri="{BB962C8B-B14F-4D97-AF65-F5344CB8AC3E}">
        <p14:creationId xmlns:p14="http://schemas.microsoft.com/office/powerpoint/2010/main" val="59505644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6E50A6-18CF-8A3F-4FBA-23B53F70A347}"/>
              </a:ext>
            </a:extLst>
          </p:cNvPr>
          <p:cNvSpPr>
            <a:spLocks noGrp="1"/>
          </p:cNvSpPr>
          <p:nvPr>
            <p:ph type="title"/>
          </p:nvPr>
        </p:nvSpPr>
        <p:spPr/>
        <p:txBody>
          <a:bodyPr/>
          <a:lstStyle/>
          <a:p>
            <a:r>
              <a:rPr lang="en-US" dirty="0"/>
              <a:t>Processes</a:t>
            </a:r>
          </a:p>
        </p:txBody>
      </p:sp>
      <p:pic>
        <p:nvPicPr>
          <p:cNvPr id="13" name="Picture 12">
            <a:extLst>
              <a:ext uri="{FF2B5EF4-FFF2-40B4-BE49-F238E27FC236}">
                <a16:creationId xmlns:a16="http://schemas.microsoft.com/office/drawing/2014/main" id="{91DE1279-F040-7774-1C52-185C59154B45}"/>
              </a:ext>
            </a:extLst>
          </p:cNvPr>
          <p:cNvPicPr>
            <a:picLocks noChangeAspect="1"/>
          </p:cNvPicPr>
          <p:nvPr/>
        </p:nvPicPr>
        <p:blipFill>
          <a:blip r:embed="rId2"/>
          <a:stretch>
            <a:fillRect/>
          </a:stretch>
        </p:blipFill>
        <p:spPr>
          <a:xfrm>
            <a:off x="1817715" y="1428144"/>
            <a:ext cx="7173326" cy="3043229"/>
          </a:xfrm>
          <a:prstGeom prst="rect">
            <a:avLst/>
          </a:prstGeom>
        </p:spPr>
      </p:pic>
      <p:pic>
        <p:nvPicPr>
          <p:cNvPr id="15" name="Picture 14">
            <a:extLst>
              <a:ext uri="{FF2B5EF4-FFF2-40B4-BE49-F238E27FC236}">
                <a16:creationId xmlns:a16="http://schemas.microsoft.com/office/drawing/2014/main" id="{CE4B0739-B3FF-2AD3-E432-645B709528C2}"/>
              </a:ext>
            </a:extLst>
          </p:cNvPr>
          <p:cNvPicPr>
            <a:picLocks noChangeAspect="1"/>
          </p:cNvPicPr>
          <p:nvPr/>
        </p:nvPicPr>
        <p:blipFill>
          <a:blip r:embed="rId3"/>
          <a:stretch>
            <a:fillRect/>
          </a:stretch>
        </p:blipFill>
        <p:spPr>
          <a:xfrm>
            <a:off x="1817714" y="4741542"/>
            <a:ext cx="7173326" cy="314369"/>
          </a:xfrm>
          <a:prstGeom prst="rect">
            <a:avLst/>
          </a:prstGeom>
        </p:spPr>
      </p:pic>
      <p:pic>
        <p:nvPicPr>
          <p:cNvPr id="17" name="Picture 16">
            <a:extLst>
              <a:ext uri="{FF2B5EF4-FFF2-40B4-BE49-F238E27FC236}">
                <a16:creationId xmlns:a16="http://schemas.microsoft.com/office/drawing/2014/main" id="{6F3B7E46-1AE9-B890-3D76-295187DC7D77}"/>
              </a:ext>
            </a:extLst>
          </p:cNvPr>
          <p:cNvPicPr>
            <a:picLocks noChangeAspect="1"/>
          </p:cNvPicPr>
          <p:nvPr/>
        </p:nvPicPr>
        <p:blipFill>
          <a:blip r:embed="rId4"/>
          <a:stretch>
            <a:fillRect/>
          </a:stretch>
        </p:blipFill>
        <p:spPr>
          <a:xfrm>
            <a:off x="1817715" y="5055911"/>
            <a:ext cx="7173326" cy="1436964"/>
          </a:xfrm>
          <a:prstGeom prst="rect">
            <a:avLst/>
          </a:prstGeom>
        </p:spPr>
      </p:pic>
      <p:sp>
        <p:nvSpPr>
          <p:cNvPr id="3" name="Slide Number Placeholder 2">
            <a:extLst>
              <a:ext uri="{FF2B5EF4-FFF2-40B4-BE49-F238E27FC236}">
                <a16:creationId xmlns:a16="http://schemas.microsoft.com/office/drawing/2014/main" id="{8400DE92-94E8-E488-6377-43AF73652C12}"/>
              </a:ext>
            </a:extLst>
          </p:cNvPr>
          <p:cNvSpPr>
            <a:spLocks noGrp="1"/>
          </p:cNvSpPr>
          <p:nvPr>
            <p:ph type="sldNum" sz="quarter" idx="12"/>
          </p:nvPr>
        </p:nvSpPr>
        <p:spPr/>
        <p:txBody>
          <a:bodyPr/>
          <a:lstStyle/>
          <a:p>
            <a:fld id="{8EDBA861-06E5-4444-A7F4-C8274B7105C9}" type="slidenum">
              <a:rPr lang="en-US" smtClean="0"/>
              <a:t>27</a:t>
            </a:fld>
            <a:endParaRPr lang="en-US"/>
          </a:p>
        </p:txBody>
      </p:sp>
    </p:spTree>
    <p:extLst>
      <p:ext uri="{BB962C8B-B14F-4D97-AF65-F5344CB8AC3E}">
        <p14:creationId xmlns:p14="http://schemas.microsoft.com/office/powerpoint/2010/main" val="236919302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79493E-C87D-CDC0-9722-DB7CBDC8B586}"/>
              </a:ext>
            </a:extLst>
          </p:cNvPr>
          <p:cNvSpPr>
            <a:spLocks noGrp="1"/>
          </p:cNvSpPr>
          <p:nvPr>
            <p:ph type="title"/>
          </p:nvPr>
        </p:nvSpPr>
        <p:spPr/>
        <p:txBody>
          <a:bodyPr/>
          <a:lstStyle/>
          <a:p>
            <a:r>
              <a:rPr lang="en-US" dirty="0"/>
              <a:t>Processes</a:t>
            </a:r>
          </a:p>
        </p:txBody>
      </p:sp>
      <p:pic>
        <p:nvPicPr>
          <p:cNvPr id="5" name="Content Placeholder 4">
            <a:extLst>
              <a:ext uri="{FF2B5EF4-FFF2-40B4-BE49-F238E27FC236}">
                <a16:creationId xmlns:a16="http://schemas.microsoft.com/office/drawing/2014/main" id="{659FD228-0F95-06C4-BEA4-71CC606985D2}"/>
              </a:ext>
            </a:extLst>
          </p:cNvPr>
          <p:cNvPicPr>
            <a:picLocks noGrp="1" noChangeAspect="1"/>
          </p:cNvPicPr>
          <p:nvPr>
            <p:ph idx="1"/>
          </p:nvPr>
        </p:nvPicPr>
        <p:blipFill>
          <a:blip r:embed="rId2"/>
          <a:stretch>
            <a:fillRect/>
          </a:stretch>
        </p:blipFill>
        <p:spPr>
          <a:xfrm>
            <a:off x="838200" y="1630926"/>
            <a:ext cx="3756660" cy="3016617"/>
          </a:xfrm>
          <a:prstGeom prst="rect">
            <a:avLst/>
          </a:prstGeom>
        </p:spPr>
      </p:pic>
      <p:pic>
        <p:nvPicPr>
          <p:cNvPr id="7" name="Picture 6">
            <a:extLst>
              <a:ext uri="{FF2B5EF4-FFF2-40B4-BE49-F238E27FC236}">
                <a16:creationId xmlns:a16="http://schemas.microsoft.com/office/drawing/2014/main" id="{98E078F9-3EE8-CBA5-349D-C91D6DEB422C}"/>
              </a:ext>
            </a:extLst>
          </p:cNvPr>
          <p:cNvPicPr>
            <a:picLocks noChangeAspect="1"/>
          </p:cNvPicPr>
          <p:nvPr/>
        </p:nvPicPr>
        <p:blipFill>
          <a:blip r:embed="rId3"/>
          <a:stretch>
            <a:fillRect/>
          </a:stretch>
        </p:blipFill>
        <p:spPr>
          <a:xfrm>
            <a:off x="838200" y="4937785"/>
            <a:ext cx="8011643" cy="362001"/>
          </a:xfrm>
          <a:prstGeom prst="rect">
            <a:avLst/>
          </a:prstGeom>
        </p:spPr>
      </p:pic>
      <p:pic>
        <p:nvPicPr>
          <p:cNvPr id="9" name="Picture 8">
            <a:extLst>
              <a:ext uri="{FF2B5EF4-FFF2-40B4-BE49-F238E27FC236}">
                <a16:creationId xmlns:a16="http://schemas.microsoft.com/office/drawing/2014/main" id="{485931C8-E099-8D55-E9DA-5354635CD1E8}"/>
              </a:ext>
            </a:extLst>
          </p:cNvPr>
          <p:cNvPicPr>
            <a:picLocks noChangeAspect="1"/>
          </p:cNvPicPr>
          <p:nvPr/>
        </p:nvPicPr>
        <p:blipFill>
          <a:blip r:embed="rId4"/>
          <a:stretch>
            <a:fillRect/>
          </a:stretch>
        </p:blipFill>
        <p:spPr>
          <a:xfrm>
            <a:off x="838200" y="5299786"/>
            <a:ext cx="8011643" cy="1319064"/>
          </a:xfrm>
          <a:prstGeom prst="rect">
            <a:avLst/>
          </a:prstGeom>
        </p:spPr>
      </p:pic>
      <p:sp>
        <p:nvSpPr>
          <p:cNvPr id="3" name="Slide Number Placeholder 2">
            <a:extLst>
              <a:ext uri="{FF2B5EF4-FFF2-40B4-BE49-F238E27FC236}">
                <a16:creationId xmlns:a16="http://schemas.microsoft.com/office/drawing/2014/main" id="{0658D423-7693-C016-5B0F-9AA336CD8A4A}"/>
              </a:ext>
            </a:extLst>
          </p:cNvPr>
          <p:cNvSpPr>
            <a:spLocks noGrp="1"/>
          </p:cNvSpPr>
          <p:nvPr>
            <p:ph type="sldNum" sz="quarter" idx="12"/>
          </p:nvPr>
        </p:nvSpPr>
        <p:spPr/>
        <p:txBody>
          <a:bodyPr/>
          <a:lstStyle/>
          <a:p>
            <a:fld id="{8EDBA861-06E5-4444-A7F4-C8274B7105C9}" type="slidenum">
              <a:rPr lang="en-US" smtClean="0"/>
              <a:t>28</a:t>
            </a:fld>
            <a:endParaRPr lang="en-US"/>
          </a:p>
        </p:txBody>
      </p:sp>
    </p:spTree>
    <p:extLst>
      <p:ext uri="{BB962C8B-B14F-4D97-AF65-F5344CB8AC3E}">
        <p14:creationId xmlns:p14="http://schemas.microsoft.com/office/powerpoint/2010/main" val="229471883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9F7904-B3B4-5232-9A0B-2484E58AE38F}"/>
              </a:ext>
            </a:extLst>
          </p:cNvPr>
          <p:cNvSpPr>
            <a:spLocks noGrp="1"/>
          </p:cNvSpPr>
          <p:nvPr>
            <p:ph type="title"/>
          </p:nvPr>
        </p:nvSpPr>
        <p:spPr/>
        <p:txBody>
          <a:bodyPr/>
          <a:lstStyle/>
          <a:p>
            <a:r>
              <a:rPr lang="en-US" dirty="0"/>
              <a:t>Processes</a:t>
            </a:r>
          </a:p>
        </p:txBody>
      </p:sp>
      <p:pic>
        <p:nvPicPr>
          <p:cNvPr id="5" name="Content Placeholder 4">
            <a:extLst>
              <a:ext uri="{FF2B5EF4-FFF2-40B4-BE49-F238E27FC236}">
                <a16:creationId xmlns:a16="http://schemas.microsoft.com/office/drawing/2014/main" id="{4204F81B-512E-7AEC-032F-022B18529896}"/>
              </a:ext>
            </a:extLst>
          </p:cNvPr>
          <p:cNvPicPr>
            <a:picLocks noGrp="1" noChangeAspect="1"/>
          </p:cNvPicPr>
          <p:nvPr>
            <p:ph idx="1"/>
          </p:nvPr>
        </p:nvPicPr>
        <p:blipFill>
          <a:blip r:embed="rId2"/>
          <a:stretch>
            <a:fillRect/>
          </a:stretch>
        </p:blipFill>
        <p:spPr>
          <a:xfrm>
            <a:off x="969056" y="1498534"/>
            <a:ext cx="3419952" cy="2743583"/>
          </a:xfrm>
          <a:prstGeom prst="rect">
            <a:avLst/>
          </a:prstGeom>
        </p:spPr>
      </p:pic>
      <p:pic>
        <p:nvPicPr>
          <p:cNvPr id="7" name="Picture 6">
            <a:extLst>
              <a:ext uri="{FF2B5EF4-FFF2-40B4-BE49-F238E27FC236}">
                <a16:creationId xmlns:a16="http://schemas.microsoft.com/office/drawing/2014/main" id="{82C9C3C5-C685-F620-AD90-642D9D9D089E}"/>
              </a:ext>
            </a:extLst>
          </p:cNvPr>
          <p:cNvPicPr>
            <a:picLocks noChangeAspect="1"/>
          </p:cNvPicPr>
          <p:nvPr/>
        </p:nvPicPr>
        <p:blipFill>
          <a:blip r:embed="rId3"/>
          <a:stretch>
            <a:fillRect/>
          </a:stretch>
        </p:blipFill>
        <p:spPr>
          <a:xfrm>
            <a:off x="969056" y="4566462"/>
            <a:ext cx="9802593" cy="323895"/>
          </a:xfrm>
          <a:prstGeom prst="rect">
            <a:avLst/>
          </a:prstGeom>
        </p:spPr>
      </p:pic>
      <p:pic>
        <p:nvPicPr>
          <p:cNvPr id="9" name="Picture 8">
            <a:extLst>
              <a:ext uri="{FF2B5EF4-FFF2-40B4-BE49-F238E27FC236}">
                <a16:creationId xmlns:a16="http://schemas.microsoft.com/office/drawing/2014/main" id="{BFFDD36F-68FF-EC17-887E-515E4BDB2653}"/>
              </a:ext>
            </a:extLst>
          </p:cNvPr>
          <p:cNvPicPr>
            <a:picLocks noChangeAspect="1"/>
          </p:cNvPicPr>
          <p:nvPr/>
        </p:nvPicPr>
        <p:blipFill>
          <a:blip r:embed="rId4"/>
          <a:stretch>
            <a:fillRect/>
          </a:stretch>
        </p:blipFill>
        <p:spPr>
          <a:xfrm>
            <a:off x="969056" y="4890357"/>
            <a:ext cx="9802593" cy="1661014"/>
          </a:xfrm>
          <a:prstGeom prst="rect">
            <a:avLst/>
          </a:prstGeom>
        </p:spPr>
      </p:pic>
      <p:sp>
        <p:nvSpPr>
          <p:cNvPr id="3" name="Slide Number Placeholder 2">
            <a:extLst>
              <a:ext uri="{FF2B5EF4-FFF2-40B4-BE49-F238E27FC236}">
                <a16:creationId xmlns:a16="http://schemas.microsoft.com/office/drawing/2014/main" id="{6336BAEC-532D-C476-F5A8-0F861151BC6D}"/>
              </a:ext>
            </a:extLst>
          </p:cNvPr>
          <p:cNvSpPr>
            <a:spLocks noGrp="1"/>
          </p:cNvSpPr>
          <p:nvPr>
            <p:ph type="sldNum" sz="quarter" idx="12"/>
          </p:nvPr>
        </p:nvSpPr>
        <p:spPr/>
        <p:txBody>
          <a:bodyPr/>
          <a:lstStyle/>
          <a:p>
            <a:fld id="{8EDBA861-06E5-4444-A7F4-C8274B7105C9}" type="slidenum">
              <a:rPr lang="en-US" smtClean="0"/>
              <a:t>29</a:t>
            </a:fld>
            <a:endParaRPr lang="en-US"/>
          </a:p>
        </p:txBody>
      </p:sp>
    </p:spTree>
    <p:extLst>
      <p:ext uri="{BB962C8B-B14F-4D97-AF65-F5344CB8AC3E}">
        <p14:creationId xmlns:p14="http://schemas.microsoft.com/office/powerpoint/2010/main" val="98758398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0C00AF-70CF-DBB7-8907-3E8E74968B1D}"/>
              </a:ext>
            </a:extLst>
          </p:cNvPr>
          <p:cNvSpPr>
            <a:spLocks noGrp="1"/>
          </p:cNvSpPr>
          <p:nvPr>
            <p:ph type="title"/>
          </p:nvPr>
        </p:nvSpPr>
        <p:spPr/>
        <p:txBody>
          <a:bodyPr/>
          <a:lstStyle/>
          <a:p>
            <a:r>
              <a:rPr lang="en-US" dirty="0"/>
              <a:t>Processes: Inputs</a:t>
            </a:r>
          </a:p>
        </p:txBody>
      </p:sp>
      <p:sp>
        <p:nvSpPr>
          <p:cNvPr id="3" name="Content Placeholder 2">
            <a:extLst>
              <a:ext uri="{FF2B5EF4-FFF2-40B4-BE49-F238E27FC236}">
                <a16:creationId xmlns:a16="http://schemas.microsoft.com/office/drawing/2014/main" id="{C1339A71-04E9-46C5-BB46-C4DDABD6108D}"/>
              </a:ext>
            </a:extLst>
          </p:cNvPr>
          <p:cNvSpPr>
            <a:spLocks noGrp="1"/>
          </p:cNvSpPr>
          <p:nvPr>
            <p:ph idx="1"/>
          </p:nvPr>
        </p:nvSpPr>
        <p:spPr/>
        <p:txBody>
          <a:bodyPr/>
          <a:lstStyle/>
          <a:p>
            <a:r>
              <a:rPr lang="en-US" dirty="0"/>
              <a:t>The </a:t>
            </a:r>
            <a:r>
              <a:rPr lang="en-US" b="1" i="1" dirty="0"/>
              <a:t>input</a:t>
            </a:r>
            <a:r>
              <a:rPr lang="en-US" dirty="0"/>
              <a:t> block defines which channels the process is expecting to receive input from.</a:t>
            </a:r>
          </a:p>
          <a:p>
            <a:r>
              <a:rPr lang="en-US" dirty="0"/>
              <a:t>The number of elements in input channels determines the process dependencies and the number of times a process executes.</a:t>
            </a:r>
          </a:p>
          <a:p>
            <a:endParaRPr lang="en-US" dirty="0"/>
          </a:p>
        </p:txBody>
      </p:sp>
      <p:pic>
        <p:nvPicPr>
          <p:cNvPr id="5" name="Picture 4">
            <a:extLst>
              <a:ext uri="{FF2B5EF4-FFF2-40B4-BE49-F238E27FC236}">
                <a16:creationId xmlns:a16="http://schemas.microsoft.com/office/drawing/2014/main" id="{4F6AF533-D1C2-6849-5C65-1E8860792183}"/>
              </a:ext>
            </a:extLst>
          </p:cNvPr>
          <p:cNvPicPr>
            <a:picLocks noChangeAspect="1"/>
          </p:cNvPicPr>
          <p:nvPr/>
        </p:nvPicPr>
        <p:blipFill>
          <a:blip r:embed="rId2"/>
          <a:stretch>
            <a:fillRect/>
          </a:stretch>
        </p:blipFill>
        <p:spPr>
          <a:xfrm>
            <a:off x="1361446" y="4127229"/>
            <a:ext cx="9011908" cy="1943371"/>
          </a:xfrm>
          <a:prstGeom prst="rect">
            <a:avLst/>
          </a:prstGeom>
        </p:spPr>
      </p:pic>
      <p:sp>
        <p:nvSpPr>
          <p:cNvPr id="7" name="TextBox 6">
            <a:extLst>
              <a:ext uri="{FF2B5EF4-FFF2-40B4-BE49-F238E27FC236}">
                <a16:creationId xmlns:a16="http://schemas.microsoft.com/office/drawing/2014/main" id="{EACE8F77-C77F-D477-84F6-1AC1ED25934B}"/>
              </a:ext>
            </a:extLst>
          </p:cNvPr>
          <p:cNvSpPr txBox="1"/>
          <p:nvPr/>
        </p:nvSpPr>
        <p:spPr>
          <a:xfrm>
            <a:off x="2819400" y="6308209"/>
            <a:ext cx="6096000" cy="369332"/>
          </a:xfrm>
          <a:prstGeom prst="rect">
            <a:avLst/>
          </a:prstGeom>
          <a:noFill/>
        </p:spPr>
        <p:txBody>
          <a:bodyPr wrap="square">
            <a:spAutoFit/>
          </a:bodyPr>
          <a:lstStyle/>
          <a:p>
            <a:r>
              <a:rPr lang="en-US" dirty="0"/>
              <a:t>https://www.nextflow.io/docs/latest/process.html#inputs</a:t>
            </a:r>
          </a:p>
        </p:txBody>
      </p:sp>
      <p:sp>
        <p:nvSpPr>
          <p:cNvPr id="4" name="Slide Number Placeholder 3">
            <a:extLst>
              <a:ext uri="{FF2B5EF4-FFF2-40B4-BE49-F238E27FC236}">
                <a16:creationId xmlns:a16="http://schemas.microsoft.com/office/drawing/2014/main" id="{11AD1B8B-5E1F-B946-B377-C632E019001D}"/>
              </a:ext>
            </a:extLst>
          </p:cNvPr>
          <p:cNvSpPr>
            <a:spLocks noGrp="1"/>
          </p:cNvSpPr>
          <p:nvPr>
            <p:ph type="sldNum" sz="quarter" idx="12"/>
          </p:nvPr>
        </p:nvSpPr>
        <p:spPr/>
        <p:txBody>
          <a:bodyPr/>
          <a:lstStyle/>
          <a:p>
            <a:fld id="{8EDBA861-06E5-4444-A7F4-C8274B7105C9}" type="slidenum">
              <a:rPr lang="en-US" smtClean="0"/>
              <a:t>30</a:t>
            </a:fld>
            <a:endParaRPr lang="en-US"/>
          </a:p>
        </p:txBody>
      </p:sp>
    </p:spTree>
    <p:extLst>
      <p:ext uri="{BB962C8B-B14F-4D97-AF65-F5344CB8AC3E}">
        <p14:creationId xmlns:p14="http://schemas.microsoft.com/office/powerpoint/2010/main" val="87513806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82AFB8-6127-33D4-4B75-D0D0FEACB7C5}"/>
              </a:ext>
            </a:extLst>
          </p:cNvPr>
          <p:cNvSpPr>
            <a:spLocks noGrp="1"/>
          </p:cNvSpPr>
          <p:nvPr>
            <p:ph type="title"/>
          </p:nvPr>
        </p:nvSpPr>
        <p:spPr/>
        <p:txBody>
          <a:bodyPr/>
          <a:lstStyle/>
          <a:p>
            <a:r>
              <a:rPr lang="en-US" dirty="0"/>
              <a:t>Processes: Inputs</a:t>
            </a:r>
          </a:p>
        </p:txBody>
      </p:sp>
      <p:pic>
        <p:nvPicPr>
          <p:cNvPr id="5" name="Content Placeholder 4">
            <a:extLst>
              <a:ext uri="{FF2B5EF4-FFF2-40B4-BE49-F238E27FC236}">
                <a16:creationId xmlns:a16="http://schemas.microsoft.com/office/drawing/2014/main" id="{43CAAD57-14C8-26CF-650C-8458F23268AE}"/>
              </a:ext>
            </a:extLst>
          </p:cNvPr>
          <p:cNvPicPr>
            <a:picLocks noGrp="1" noChangeAspect="1"/>
          </p:cNvPicPr>
          <p:nvPr>
            <p:ph idx="1"/>
          </p:nvPr>
        </p:nvPicPr>
        <p:blipFill>
          <a:blip r:embed="rId2"/>
          <a:stretch>
            <a:fillRect/>
          </a:stretch>
        </p:blipFill>
        <p:spPr>
          <a:xfrm>
            <a:off x="1349407" y="1690688"/>
            <a:ext cx="3286093" cy="2818301"/>
          </a:xfrm>
          <a:prstGeom prst="rect">
            <a:avLst/>
          </a:prstGeom>
        </p:spPr>
      </p:pic>
      <p:pic>
        <p:nvPicPr>
          <p:cNvPr id="7" name="Picture 6">
            <a:extLst>
              <a:ext uri="{FF2B5EF4-FFF2-40B4-BE49-F238E27FC236}">
                <a16:creationId xmlns:a16="http://schemas.microsoft.com/office/drawing/2014/main" id="{ABFA85B9-B3C2-9D67-67A7-F3A8E850CECF}"/>
              </a:ext>
            </a:extLst>
          </p:cNvPr>
          <p:cNvPicPr>
            <a:picLocks noChangeAspect="1"/>
          </p:cNvPicPr>
          <p:nvPr/>
        </p:nvPicPr>
        <p:blipFill>
          <a:blip r:embed="rId3"/>
          <a:stretch>
            <a:fillRect/>
          </a:stretch>
        </p:blipFill>
        <p:spPr>
          <a:xfrm>
            <a:off x="1349407" y="4786948"/>
            <a:ext cx="7954485" cy="323895"/>
          </a:xfrm>
          <a:prstGeom prst="rect">
            <a:avLst/>
          </a:prstGeom>
        </p:spPr>
      </p:pic>
      <p:pic>
        <p:nvPicPr>
          <p:cNvPr id="9" name="Picture 8">
            <a:extLst>
              <a:ext uri="{FF2B5EF4-FFF2-40B4-BE49-F238E27FC236}">
                <a16:creationId xmlns:a16="http://schemas.microsoft.com/office/drawing/2014/main" id="{F47BD109-1B87-8455-9BB6-4E9441607878}"/>
              </a:ext>
            </a:extLst>
          </p:cNvPr>
          <p:cNvPicPr>
            <a:picLocks noChangeAspect="1"/>
          </p:cNvPicPr>
          <p:nvPr/>
        </p:nvPicPr>
        <p:blipFill>
          <a:blip r:embed="rId4"/>
          <a:stretch>
            <a:fillRect/>
          </a:stretch>
        </p:blipFill>
        <p:spPr>
          <a:xfrm>
            <a:off x="1349407" y="5085443"/>
            <a:ext cx="7954485" cy="1747157"/>
          </a:xfrm>
          <a:prstGeom prst="rect">
            <a:avLst/>
          </a:prstGeom>
        </p:spPr>
      </p:pic>
      <p:sp>
        <p:nvSpPr>
          <p:cNvPr id="11" name="TextBox 10">
            <a:extLst>
              <a:ext uri="{FF2B5EF4-FFF2-40B4-BE49-F238E27FC236}">
                <a16:creationId xmlns:a16="http://schemas.microsoft.com/office/drawing/2014/main" id="{4BF7A2D8-8DF4-2165-FB30-737711AD48DC}"/>
              </a:ext>
            </a:extLst>
          </p:cNvPr>
          <p:cNvSpPr txBox="1"/>
          <p:nvPr/>
        </p:nvSpPr>
        <p:spPr>
          <a:xfrm>
            <a:off x="4851400" y="2003070"/>
            <a:ext cx="5991193" cy="1815882"/>
          </a:xfrm>
          <a:prstGeom prst="rect">
            <a:avLst/>
          </a:prstGeom>
          <a:noFill/>
        </p:spPr>
        <p:txBody>
          <a:bodyPr wrap="square">
            <a:spAutoFit/>
          </a:bodyPr>
          <a:lstStyle/>
          <a:p>
            <a:r>
              <a:rPr lang="en-US" sz="2800" dirty="0"/>
              <a:t>The process is executed only </a:t>
            </a:r>
            <a:r>
              <a:rPr lang="en-US" sz="2800" b="1" dirty="0"/>
              <a:t>twice</a:t>
            </a:r>
            <a:r>
              <a:rPr lang="en-US" sz="2800" dirty="0"/>
              <a:t>, because when a queue channel has no more data to be processed it stops the process execution.</a:t>
            </a:r>
          </a:p>
        </p:txBody>
      </p:sp>
      <p:sp>
        <p:nvSpPr>
          <p:cNvPr id="3" name="Slide Number Placeholder 2">
            <a:extLst>
              <a:ext uri="{FF2B5EF4-FFF2-40B4-BE49-F238E27FC236}">
                <a16:creationId xmlns:a16="http://schemas.microsoft.com/office/drawing/2014/main" id="{48015680-5949-0B16-1680-58EE87D4ED87}"/>
              </a:ext>
            </a:extLst>
          </p:cNvPr>
          <p:cNvSpPr>
            <a:spLocks noGrp="1"/>
          </p:cNvSpPr>
          <p:nvPr>
            <p:ph type="sldNum" sz="quarter" idx="12"/>
          </p:nvPr>
        </p:nvSpPr>
        <p:spPr/>
        <p:txBody>
          <a:bodyPr/>
          <a:lstStyle/>
          <a:p>
            <a:fld id="{8EDBA861-06E5-4444-A7F4-C8274B7105C9}" type="slidenum">
              <a:rPr lang="en-US" smtClean="0"/>
              <a:t>31</a:t>
            </a:fld>
            <a:endParaRPr lang="en-US"/>
          </a:p>
        </p:txBody>
      </p:sp>
    </p:spTree>
    <p:extLst>
      <p:ext uri="{BB962C8B-B14F-4D97-AF65-F5344CB8AC3E}">
        <p14:creationId xmlns:p14="http://schemas.microsoft.com/office/powerpoint/2010/main" val="232417429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B5E93D-828C-68AA-7345-6183FFC81AB8}"/>
              </a:ext>
            </a:extLst>
          </p:cNvPr>
          <p:cNvSpPr>
            <a:spLocks noGrp="1"/>
          </p:cNvSpPr>
          <p:nvPr>
            <p:ph type="title"/>
          </p:nvPr>
        </p:nvSpPr>
        <p:spPr/>
        <p:txBody>
          <a:bodyPr/>
          <a:lstStyle/>
          <a:p>
            <a:r>
              <a:rPr lang="en-US" dirty="0"/>
              <a:t>Processes: Outputs</a:t>
            </a:r>
          </a:p>
        </p:txBody>
      </p:sp>
      <p:sp>
        <p:nvSpPr>
          <p:cNvPr id="3" name="Content Placeholder 2">
            <a:extLst>
              <a:ext uri="{FF2B5EF4-FFF2-40B4-BE49-F238E27FC236}">
                <a16:creationId xmlns:a16="http://schemas.microsoft.com/office/drawing/2014/main" id="{8CC4014B-D1CA-7DA7-5E4F-89C084F166CB}"/>
              </a:ext>
            </a:extLst>
          </p:cNvPr>
          <p:cNvSpPr>
            <a:spLocks noGrp="1"/>
          </p:cNvSpPr>
          <p:nvPr>
            <p:ph idx="1"/>
          </p:nvPr>
        </p:nvSpPr>
        <p:spPr/>
        <p:txBody>
          <a:bodyPr/>
          <a:lstStyle/>
          <a:p>
            <a:r>
              <a:rPr lang="en-US" dirty="0"/>
              <a:t>Like the input, the type of </a:t>
            </a:r>
            <a:r>
              <a:rPr lang="en-US" b="1" i="1" dirty="0"/>
              <a:t>output</a:t>
            </a:r>
            <a:r>
              <a:rPr lang="en-US" dirty="0"/>
              <a:t> data is defined using type qualifiers.</a:t>
            </a:r>
          </a:p>
          <a:p>
            <a:endParaRPr lang="en-US" dirty="0"/>
          </a:p>
          <a:p>
            <a:r>
              <a:rPr lang="en-US" dirty="0"/>
              <a:t>When an output file name contains a </a:t>
            </a:r>
            <a:r>
              <a:rPr lang="en-US" b="1" i="1" dirty="0"/>
              <a:t>*</a:t>
            </a:r>
            <a:r>
              <a:rPr lang="en-US" dirty="0"/>
              <a:t> or </a:t>
            </a:r>
            <a:r>
              <a:rPr lang="en-US" b="1" i="1" dirty="0"/>
              <a:t>?</a:t>
            </a:r>
            <a:r>
              <a:rPr lang="en-US" dirty="0"/>
              <a:t>,</a:t>
            </a:r>
            <a:r>
              <a:rPr lang="en-US" b="1" i="1" dirty="0"/>
              <a:t> </a:t>
            </a:r>
            <a:r>
              <a:rPr lang="en-US" dirty="0"/>
              <a:t>it is interpreted as a pattern match.</a:t>
            </a:r>
          </a:p>
          <a:p>
            <a:pPr lvl="1"/>
            <a:r>
              <a:rPr lang="en-US" dirty="0"/>
              <a:t>Input files are not included in the list of possible matches.</a:t>
            </a:r>
          </a:p>
          <a:p>
            <a:pPr lvl="1"/>
            <a:r>
              <a:rPr lang="en-US" dirty="0"/>
              <a:t>Glob pattern matches against both files and directories path.</a:t>
            </a:r>
          </a:p>
          <a:p>
            <a:pPr lvl="1"/>
            <a:r>
              <a:rPr lang="en-US" dirty="0"/>
              <a:t>When a two stars pattern </a:t>
            </a:r>
            <a:r>
              <a:rPr lang="en-US" b="1" i="1" dirty="0"/>
              <a:t>**</a:t>
            </a:r>
            <a:r>
              <a:rPr lang="en-US" dirty="0"/>
              <a:t> is used to recurse through subdirectories, only file paths are matched i.e. directories are not included in the result list.</a:t>
            </a:r>
          </a:p>
        </p:txBody>
      </p:sp>
      <p:sp>
        <p:nvSpPr>
          <p:cNvPr id="4" name="Slide Number Placeholder 3">
            <a:extLst>
              <a:ext uri="{FF2B5EF4-FFF2-40B4-BE49-F238E27FC236}">
                <a16:creationId xmlns:a16="http://schemas.microsoft.com/office/drawing/2014/main" id="{7FF5331E-7EE1-6DDE-E28D-4BD42AF9279C}"/>
              </a:ext>
            </a:extLst>
          </p:cNvPr>
          <p:cNvSpPr>
            <a:spLocks noGrp="1"/>
          </p:cNvSpPr>
          <p:nvPr>
            <p:ph type="sldNum" sz="quarter" idx="12"/>
          </p:nvPr>
        </p:nvSpPr>
        <p:spPr/>
        <p:txBody>
          <a:bodyPr/>
          <a:lstStyle/>
          <a:p>
            <a:fld id="{8EDBA861-06E5-4444-A7F4-C8274B7105C9}" type="slidenum">
              <a:rPr lang="en-US" smtClean="0"/>
              <a:t>32</a:t>
            </a:fld>
            <a:endParaRPr lang="en-US"/>
          </a:p>
        </p:txBody>
      </p:sp>
    </p:spTree>
    <p:extLst>
      <p:ext uri="{BB962C8B-B14F-4D97-AF65-F5344CB8AC3E}">
        <p14:creationId xmlns:p14="http://schemas.microsoft.com/office/powerpoint/2010/main" val="73103567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06F00A-E30B-F107-5A2D-49E861D9A75F}"/>
              </a:ext>
            </a:extLst>
          </p:cNvPr>
          <p:cNvSpPr>
            <a:spLocks noGrp="1"/>
          </p:cNvSpPr>
          <p:nvPr>
            <p:ph type="title"/>
          </p:nvPr>
        </p:nvSpPr>
        <p:spPr/>
        <p:txBody>
          <a:bodyPr/>
          <a:lstStyle/>
          <a:p>
            <a:r>
              <a:rPr lang="en-US" dirty="0"/>
              <a:t>Processes: Directives</a:t>
            </a:r>
          </a:p>
        </p:txBody>
      </p:sp>
      <p:sp>
        <p:nvSpPr>
          <p:cNvPr id="3" name="Content Placeholder 2">
            <a:extLst>
              <a:ext uri="{FF2B5EF4-FFF2-40B4-BE49-F238E27FC236}">
                <a16:creationId xmlns:a16="http://schemas.microsoft.com/office/drawing/2014/main" id="{2529E79D-AF2B-B926-68A3-629138138CCB}"/>
              </a:ext>
            </a:extLst>
          </p:cNvPr>
          <p:cNvSpPr>
            <a:spLocks noGrp="1"/>
          </p:cNvSpPr>
          <p:nvPr>
            <p:ph idx="1"/>
          </p:nvPr>
        </p:nvSpPr>
        <p:spPr/>
        <p:txBody>
          <a:bodyPr/>
          <a:lstStyle/>
          <a:p>
            <a:r>
              <a:rPr lang="en-US" dirty="0"/>
              <a:t>Directive declarations allow the definition of optional settings, like the number of </a:t>
            </a:r>
            <a:r>
              <a:rPr lang="en-US" b="1" i="1" dirty="0" err="1"/>
              <a:t>cpus</a:t>
            </a:r>
            <a:r>
              <a:rPr lang="en-US" dirty="0"/>
              <a:t> and amount of </a:t>
            </a:r>
            <a:r>
              <a:rPr lang="en-US" b="1" i="1" dirty="0"/>
              <a:t>memory</a:t>
            </a:r>
            <a:r>
              <a:rPr lang="en-US" dirty="0"/>
              <a:t>, that affect the execution of the current process without affecting the task itself.</a:t>
            </a:r>
          </a:p>
          <a:p>
            <a:r>
              <a:rPr lang="en-US" dirty="0"/>
              <a:t>Directives are commonly used to define the amount of computing resources to be used or extra information for configuration (e.g., </a:t>
            </a:r>
            <a:r>
              <a:rPr lang="en-US" b="1" i="1" dirty="0"/>
              <a:t>container</a:t>
            </a:r>
            <a:r>
              <a:rPr lang="en-US" dirty="0"/>
              <a:t>) or logging purpose such as (e.g., </a:t>
            </a:r>
            <a:r>
              <a:rPr lang="en-US" b="1" i="1" dirty="0"/>
              <a:t>tag</a:t>
            </a:r>
            <a:r>
              <a:rPr lang="en-US" dirty="0"/>
              <a:t>).</a:t>
            </a:r>
          </a:p>
          <a:p>
            <a:endParaRPr lang="en-US" dirty="0"/>
          </a:p>
          <a:p>
            <a:r>
              <a:rPr lang="en-US" b="1" dirty="0"/>
              <a:t>Note:</a:t>
            </a:r>
            <a:r>
              <a:rPr lang="en-US" dirty="0"/>
              <a:t> You do not use </a:t>
            </a:r>
            <a:r>
              <a:rPr lang="en-US" b="1" i="1" dirty="0"/>
              <a:t>= </a:t>
            </a:r>
            <a:r>
              <a:rPr lang="en-US" dirty="0"/>
              <a:t>when assigning a value to a directive.</a:t>
            </a:r>
          </a:p>
          <a:p>
            <a:endParaRPr lang="en-US" dirty="0"/>
          </a:p>
          <a:p>
            <a:endParaRPr lang="en-US" dirty="0"/>
          </a:p>
        </p:txBody>
      </p:sp>
      <p:sp>
        <p:nvSpPr>
          <p:cNvPr id="4" name="Slide Number Placeholder 3">
            <a:extLst>
              <a:ext uri="{FF2B5EF4-FFF2-40B4-BE49-F238E27FC236}">
                <a16:creationId xmlns:a16="http://schemas.microsoft.com/office/drawing/2014/main" id="{65D40EA5-C8B5-96EB-4F51-F5A9D9E94235}"/>
              </a:ext>
            </a:extLst>
          </p:cNvPr>
          <p:cNvSpPr>
            <a:spLocks noGrp="1"/>
          </p:cNvSpPr>
          <p:nvPr>
            <p:ph type="sldNum" sz="quarter" idx="12"/>
          </p:nvPr>
        </p:nvSpPr>
        <p:spPr/>
        <p:txBody>
          <a:bodyPr/>
          <a:lstStyle/>
          <a:p>
            <a:fld id="{8EDBA861-06E5-4444-A7F4-C8274B7105C9}" type="slidenum">
              <a:rPr lang="en-US" smtClean="0"/>
              <a:t>33</a:t>
            </a:fld>
            <a:endParaRPr lang="en-US"/>
          </a:p>
        </p:txBody>
      </p:sp>
    </p:spTree>
    <p:extLst>
      <p:ext uri="{BB962C8B-B14F-4D97-AF65-F5344CB8AC3E}">
        <p14:creationId xmlns:p14="http://schemas.microsoft.com/office/powerpoint/2010/main" val="127765667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6CE071-E4B8-E37E-674E-5E47B9484E9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91107AF-60A9-E10F-8DB8-B73A5BD294E5}"/>
              </a:ext>
            </a:extLst>
          </p:cNvPr>
          <p:cNvSpPr>
            <a:spLocks noGrp="1"/>
          </p:cNvSpPr>
          <p:nvPr>
            <p:ph type="title"/>
          </p:nvPr>
        </p:nvSpPr>
        <p:spPr/>
        <p:txBody>
          <a:bodyPr/>
          <a:lstStyle/>
          <a:p>
            <a:r>
              <a:rPr lang="en-US" dirty="0"/>
              <a:t>Processes: Directives</a:t>
            </a:r>
          </a:p>
        </p:txBody>
      </p:sp>
      <p:pic>
        <p:nvPicPr>
          <p:cNvPr id="5" name="Content Placeholder 4">
            <a:extLst>
              <a:ext uri="{FF2B5EF4-FFF2-40B4-BE49-F238E27FC236}">
                <a16:creationId xmlns:a16="http://schemas.microsoft.com/office/drawing/2014/main" id="{C1B2FB8C-0A0A-A980-CECE-0DDC5943FE9A}"/>
              </a:ext>
            </a:extLst>
          </p:cNvPr>
          <p:cNvPicPr>
            <a:picLocks noGrp="1" noChangeAspect="1"/>
          </p:cNvPicPr>
          <p:nvPr>
            <p:ph idx="1"/>
          </p:nvPr>
        </p:nvPicPr>
        <p:blipFill>
          <a:blip r:embed="rId2"/>
          <a:stretch>
            <a:fillRect/>
          </a:stretch>
        </p:blipFill>
        <p:spPr>
          <a:xfrm>
            <a:off x="312420" y="2029619"/>
            <a:ext cx="11567160" cy="3943349"/>
          </a:xfrm>
          <a:prstGeom prst="rect">
            <a:avLst/>
          </a:prstGeom>
        </p:spPr>
      </p:pic>
      <p:sp>
        <p:nvSpPr>
          <p:cNvPr id="6" name="Slide Number Placeholder 5">
            <a:extLst>
              <a:ext uri="{FF2B5EF4-FFF2-40B4-BE49-F238E27FC236}">
                <a16:creationId xmlns:a16="http://schemas.microsoft.com/office/drawing/2014/main" id="{3FCBFFAE-2FCC-B73B-F828-2D67807711C7}"/>
              </a:ext>
            </a:extLst>
          </p:cNvPr>
          <p:cNvSpPr>
            <a:spLocks noGrp="1"/>
          </p:cNvSpPr>
          <p:nvPr>
            <p:ph type="sldNum" sz="quarter" idx="12"/>
          </p:nvPr>
        </p:nvSpPr>
        <p:spPr/>
        <p:txBody>
          <a:bodyPr/>
          <a:lstStyle/>
          <a:p>
            <a:fld id="{8EDBA861-06E5-4444-A7F4-C8274B7105C9}" type="slidenum">
              <a:rPr lang="en-US" smtClean="0"/>
              <a:t>34</a:t>
            </a:fld>
            <a:endParaRPr lang="en-US"/>
          </a:p>
        </p:txBody>
      </p:sp>
    </p:spTree>
    <p:extLst>
      <p:ext uri="{BB962C8B-B14F-4D97-AF65-F5344CB8AC3E}">
        <p14:creationId xmlns:p14="http://schemas.microsoft.com/office/powerpoint/2010/main" val="131524338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4AE7D7-4D92-4BF6-DF1B-A6BBBCF77FA1}"/>
              </a:ext>
            </a:extLst>
          </p:cNvPr>
          <p:cNvSpPr>
            <a:spLocks noGrp="1"/>
          </p:cNvSpPr>
          <p:nvPr>
            <p:ph type="title"/>
          </p:nvPr>
        </p:nvSpPr>
        <p:spPr/>
        <p:txBody>
          <a:bodyPr/>
          <a:lstStyle/>
          <a:p>
            <a:r>
              <a:rPr lang="en-US" dirty="0"/>
              <a:t>Processes: Output Organizing</a:t>
            </a:r>
          </a:p>
        </p:txBody>
      </p:sp>
      <p:sp>
        <p:nvSpPr>
          <p:cNvPr id="3" name="Content Placeholder 2">
            <a:extLst>
              <a:ext uri="{FF2B5EF4-FFF2-40B4-BE49-F238E27FC236}">
                <a16:creationId xmlns:a16="http://schemas.microsoft.com/office/drawing/2014/main" id="{1B0C91A2-0E3B-AB33-DB62-1E4E9C676126}"/>
              </a:ext>
            </a:extLst>
          </p:cNvPr>
          <p:cNvSpPr>
            <a:spLocks noGrp="1"/>
          </p:cNvSpPr>
          <p:nvPr>
            <p:ph idx="1"/>
          </p:nvPr>
        </p:nvSpPr>
        <p:spPr/>
        <p:txBody>
          <a:bodyPr/>
          <a:lstStyle/>
          <a:p>
            <a:r>
              <a:rPr lang="en-US" dirty="0" err="1"/>
              <a:t>Nextflow</a:t>
            </a:r>
            <a:r>
              <a:rPr lang="en-US" dirty="0"/>
              <a:t> manages intermediate results from the pipeline’s expected outputs independently.</a:t>
            </a:r>
          </a:p>
          <a:p>
            <a:r>
              <a:rPr lang="en-US" dirty="0"/>
              <a:t>Files created by a </a:t>
            </a:r>
            <a:r>
              <a:rPr lang="en-US" b="1" i="1" dirty="0"/>
              <a:t>process</a:t>
            </a:r>
            <a:r>
              <a:rPr lang="en-US" dirty="0"/>
              <a:t> are stored in a task specific working directory which is considered as temporary. Normally this is under the work directory, which can be deleted upon completion.</a:t>
            </a:r>
          </a:p>
          <a:p>
            <a:r>
              <a:rPr lang="en-US" dirty="0"/>
              <a:t>The files you want the workflow to return as results need to be defined in the process output block and then the output directory specified using the directive </a:t>
            </a:r>
            <a:r>
              <a:rPr lang="en-US" b="1" i="1" dirty="0" err="1"/>
              <a:t>publishDir</a:t>
            </a:r>
            <a:r>
              <a:rPr lang="en-US" dirty="0"/>
              <a:t>. More information </a:t>
            </a:r>
            <a:r>
              <a:rPr lang="en-US" dirty="0">
                <a:hlinkClick r:id="rId2"/>
              </a:rPr>
              <a:t>here</a:t>
            </a:r>
            <a:r>
              <a:rPr lang="en-US" dirty="0"/>
              <a:t>.</a:t>
            </a:r>
          </a:p>
          <a:p>
            <a:endParaRPr lang="en-US" dirty="0"/>
          </a:p>
        </p:txBody>
      </p:sp>
      <p:sp>
        <p:nvSpPr>
          <p:cNvPr id="4" name="Slide Number Placeholder 3">
            <a:extLst>
              <a:ext uri="{FF2B5EF4-FFF2-40B4-BE49-F238E27FC236}">
                <a16:creationId xmlns:a16="http://schemas.microsoft.com/office/drawing/2014/main" id="{615E8225-E00B-0480-691F-84B4125336C6}"/>
              </a:ext>
            </a:extLst>
          </p:cNvPr>
          <p:cNvSpPr>
            <a:spLocks noGrp="1"/>
          </p:cNvSpPr>
          <p:nvPr>
            <p:ph type="sldNum" sz="quarter" idx="12"/>
          </p:nvPr>
        </p:nvSpPr>
        <p:spPr/>
        <p:txBody>
          <a:bodyPr/>
          <a:lstStyle/>
          <a:p>
            <a:fld id="{8EDBA861-06E5-4444-A7F4-C8274B7105C9}" type="slidenum">
              <a:rPr lang="en-US" smtClean="0"/>
              <a:t>35</a:t>
            </a:fld>
            <a:endParaRPr lang="en-US"/>
          </a:p>
        </p:txBody>
      </p:sp>
    </p:spTree>
    <p:extLst>
      <p:ext uri="{BB962C8B-B14F-4D97-AF65-F5344CB8AC3E}">
        <p14:creationId xmlns:p14="http://schemas.microsoft.com/office/powerpoint/2010/main" val="276643950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7B7EB9-4DC3-89B7-0EE6-171209BF713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BC74737-16B3-9A5C-AEA7-BE4DDAEBCA59}"/>
              </a:ext>
            </a:extLst>
          </p:cNvPr>
          <p:cNvSpPr>
            <a:spLocks noGrp="1"/>
          </p:cNvSpPr>
          <p:nvPr>
            <p:ph type="title"/>
          </p:nvPr>
        </p:nvSpPr>
        <p:spPr/>
        <p:txBody>
          <a:bodyPr/>
          <a:lstStyle/>
          <a:p>
            <a:r>
              <a:rPr lang="en-US" dirty="0"/>
              <a:t>Processes: Output Organizing</a:t>
            </a:r>
          </a:p>
        </p:txBody>
      </p:sp>
      <p:sp>
        <p:nvSpPr>
          <p:cNvPr id="3" name="Content Placeholder 2">
            <a:extLst>
              <a:ext uri="{FF2B5EF4-FFF2-40B4-BE49-F238E27FC236}">
                <a16:creationId xmlns:a16="http://schemas.microsoft.com/office/drawing/2014/main" id="{7D61272E-DDC4-66E1-9CAC-99D638683787}"/>
              </a:ext>
            </a:extLst>
          </p:cNvPr>
          <p:cNvSpPr>
            <a:spLocks noGrp="1"/>
          </p:cNvSpPr>
          <p:nvPr>
            <p:ph idx="1"/>
          </p:nvPr>
        </p:nvSpPr>
        <p:spPr/>
        <p:txBody>
          <a:bodyPr/>
          <a:lstStyle/>
          <a:p>
            <a:r>
              <a:rPr lang="en-US" dirty="0" err="1"/>
              <a:t>Nextflow</a:t>
            </a:r>
            <a:r>
              <a:rPr lang="en-US" dirty="0"/>
              <a:t> manages intermediate results from the pipeline’s expected outputs independently.</a:t>
            </a:r>
          </a:p>
          <a:p>
            <a:r>
              <a:rPr lang="en-US" dirty="0"/>
              <a:t>Files created by a </a:t>
            </a:r>
            <a:r>
              <a:rPr lang="en-US" b="1" i="1" dirty="0"/>
              <a:t>process</a:t>
            </a:r>
            <a:r>
              <a:rPr lang="en-US" dirty="0"/>
              <a:t> are stored in a task specific working directory which is considered as temporary. Normally this is under the work directory, which can be deleted upon completion.</a:t>
            </a:r>
          </a:p>
          <a:p>
            <a:r>
              <a:rPr lang="en-US" dirty="0"/>
              <a:t>The files you want the workflow to return as results need to be defined in the process output block and then the output directory specified using the directive </a:t>
            </a:r>
            <a:r>
              <a:rPr lang="en-US" b="1" i="1" dirty="0" err="1"/>
              <a:t>publishDir</a:t>
            </a:r>
            <a:r>
              <a:rPr lang="en-US" dirty="0"/>
              <a:t>. More information </a:t>
            </a:r>
            <a:r>
              <a:rPr lang="en-US" dirty="0">
                <a:hlinkClick r:id="rId2"/>
              </a:rPr>
              <a:t>here</a:t>
            </a:r>
            <a:r>
              <a:rPr lang="en-US" dirty="0"/>
              <a:t>.</a:t>
            </a:r>
          </a:p>
          <a:p>
            <a:endParaRPr lang="en-US" dirty="0"/>
          </a:p>
        </p:txBody>
      </p:sp>
      <p:sp>
        <p:nvSpPr>
          <p:cNvPr id="4" name="Slide Number Placeholder 3">
            <a:extLst>
              <a:ext uri="{FF2B5EF4-FFF2-40B4-BE49-F238E27FC236}">
                <a16:creationId xmlns:a16="http://schemas.microsoft.com/office/drawing/2014/main" id="{7F43AA29-CB38-83E2-D9BB-62B2A833D561}"/>
              </a:ext>
            </a:extLst>
          </p:cNvPr>
          <p:cNvSpPr>
            <a:spLocks noGrp="1"/>
          </p:cNvSpPr>
          <p:nvPr>
            <p:ph type="sldNum" sz="quarter" idx="12"/>
          </p:nvPr>
        </p:nvSpPr>
        <p:spPr/>
        <p:txBody>
          <a:bodyPr/>
          <a:lstStyle/>
          <a:p>
            <a:fld id="{8EDBA861-06E5-4444-A7F4-C8274B7105C9}" type="slidenum">
              <a:rPr lang="en-US" smtClean="0"/>
              <a:t>36</a:t>
            </a:fld>
            <a:endParaRPr lang="en-US"/>
          </a:p>
        </p:txBody>
      </p:sp>
    </p:spTree>
    <p:extLst>
      <p:ext uri="{BB962C8B-B14F-4D97-AF65-F5344CB8AC3E}">
        <p14:creationId xmlns:p14="http://schemas.microsoft.com/office/powerpoint/2010/main" val="119753328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3126DE-DE78-CF69-78B8-2973EC8EA5D9}"/>
              </a:ext>
            </a:extLst>
          </p:cNvPr>
          <p:cNvSpPr>
            <a:spLocks noGrp="1"/>
          </p:cNvSpPr>
          <p:nvPr>
            <p:ph type="title"/>
          </p:nvPr>
        </p:nvSpPr>
        <p:spPr/>
        <p:txBody>
          <a:bodyPr/>
          <a:lstStyle/>
          <a:p>
            <a:r>
              <a:rPr lang="en-US" dirty="0"/>
              <a:t>Processes: Output Organizing</a:t>
            </a:r>
          </a:p>
        </p:txBody>
      </p:sp>
      <p:pic>
        <p:nvPicPr>
          <p:cNvPr id="5" name="Content Placeholder 4">
            <a:extLst>
              <a:ext uri="{FF2B5EF4-FFF2-40B4-BE49-F238E27FC236}">
                <a16:creationId xmlns:a16="http://schemas.microsoft.com/office/drawing/2014/main" id="{ACE09BED-6B3A-4CF6-606B-B4D078B80A11}"/>
              </a:ext>
            </a:extLst>
          </p:cNvPr>
          <p:cNvPicPr>
            <a:picLocks noGrp="1" noChangeAspect="1"/>
          </p:cNvPicPr>
          <p:nvPr>
            <p:ph idx="1"/>
          </p:nvPr>
        </p:nvPicPr>
        <p:blipFill>
          <a:blip r:embed="rId2"/>
          <a:stretch>
            <a:fillRect/>
          </a:stretch>
        </p:blipFill>
        <p:spPr>
          <a:xfrm>
            <a:off x="803809" y="1825625"/>
            <a:ext cx="4645521" cy="3389975"/>
          </a:xfrm>
          <a:prstGeom prst="rect">
            <a:avLst/>
          </a:prstGeom>
        </p:spPr>
      </p:pic>
      <p:pic>
        <p:nvPicPr>
          <p:cNvPr id="7" name="Picture 6">
            <a:extLst>
              <a:ext uri="{FF2B5EF4-FFF2-40B4-BE49-F238E27FC236}">
                <a16:creationId xmlns:a16="http://schemas.microsoft.com/office/drawing/2014/main" id="{5E2DBFD5-CF1E-CB6B-176A-58975824031B}"/>
              </a:ext>
            </a:extLst>
          </p:cNvPr>
          <p:cNvPicPr>
            <a:picLocks noChangeAspect="1"/>
          </p:cNvPicPr>
          <p:nvPr/>
        </p:nvPicPr>
        <p:blipFill>
          <a:blip r:embed="rId3"/>
          <a:stretch>
            <a:fillRect/>
          </a:stretch>
        </p:blipFill>
        <p:spPr>
          <a:xfrm>
            <a:off x="803809" y="5307288"/>
            <a:ext cx="6363588" cy="285790"/>
          </a:xfrm>
          <a:prstGeom prst="rect">
            <a:avLst/>
          </a:prstGeom>
        </p:spPr>
      </p:pic>
      <p:pic>
        <p:nvPicPr>
          <p:cNvPr id="9" name="Picture 8">
            <a:extLst>
              <a:ext uri="{FF2B5EF4-FFF2-40B4-BE49-F238E27FC236}">
                <a16:creationId xmlns:a16="http://schemas.microsoft.com/office/drawing/2014/main" id="{246B4656-C41B-D518-0CDC-F93546FD88D9}"/>
              </a:ext>
            </a:extLst>
          </p:cNvPr>
          <p:cNvPicPr>
            <a:picLocks noChangeAspect="1"/>
          </p:cNvPicPr>
          <p:nvPr/>
        </p:nvPicPr>
        <p:blipFill>
          <a:blip r:embed="rId4"/>
          <a:stretch>
            <a:fillRect/>
          </a:stretch>
        </p:blipFill>
        <p:spPr>
          <a:xfrm>
            <a:off x="795571" y="5593078"/>
            <a:ext cx="8583207" cy="1201401"/>
          </a:xfrm>
          <a:prstGeom prst="rect">
            <a:avLst/>
          </a:prstGeom>
        </p:spPr>
      </p:pic>
      <p:sp>
        <p:nvSpPr>
          <p:cNvPr id="10" name="Slide Number Placeholder 9">
            <a:extLst>
              <a:ext uri="{FF2B5EF4-FFF2-40B4-BE49-F238E27FC236}">
                <a16:creationId xmlns:a16="http://schemas.microsoft.com/office/drawing/2014/main" id="{E84DBBB6-D2AF-C48F-8223-D6C11B742F8C}"/>
              </a:ext>
            </a:extLst>
          </p:cNvPr>
          <p:cNvSpPr>
            <a:spLocks noGrp="1"/>
          </p:cNvSpPr>
          <p:nvPr>
            <p:ph type="sldNum" sz="quarter" idx="12"/>
          </p:nvPr>
        </p:nvSpPr>
        <p:spPr/>
        <p:txBody>
          <a:bodyPr/>
          <a:lstStyle/>
          <a:p>
            <a:fld id="{8EDBA861-06E5-4444-A7F4-C8274B7105C9}" type="slidenum">
              <a:rPr lang="en-US" smtClean="0"/>
              <a:t>37</a:t>
            </a:fld>
            <a:endParaRPr lang="en-US"/>
          </a:p>
        </p:txBody>
      </p:sp>
    </p:spTree>
    <p:extLst>
      <p:ext uri="{BB962C8B-B14F-4D97-AF65-F5344CB8AC3E}">
        <p14:creationId xmlns:p14="http://schemas.microsoft.com/office/powerpoint/2010/main" val="79581390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DD64A5-70F8-30C4-C58E-BF7BE1D8BA6B}"/>
              </a:ext>
            </a:extLst>
          </p:cNvPr>
          <p:cNvSpPr>
            <a:spLocks noGrp="1"/>
          </p:cNvSpPr>
          <p:nvPr>
            <p:ph type="title"/>
          </p:nvPr>
        </p:nvSpPr>
        <p:spPr/>
        <p:txBody>
          <a:bodyPr/>
          <a:lstStyle/>
          <a:p>
            <a:r>
              <a:rPr lang="en-US" dirty="0"/>
              <a:t>Workflows</a:t>
            </a:r>
          </a:p>
        </p:txBody>
      </p:sp>
      <p:sp>
        <p:nvSpPr>
          <p:cNvPr id="3" name="Content Placeholder 2">
            <a:extLst>
              <a:ext uri="{FF2B5EF4-FFF2-40B4-BE49-F238E27FC236}">
                <a16:creationId xmlns:a16="http://schemas.microsoft.com/office/drawing/2014/main" id="{29F9912B-DD90-3E79-AF0A-F5F21AF857EE}"/>
              </a:ext>
            </a:extLst>
          </p:cNvPr>
          <p:cNvSpPr>
            <a:spLocks noGrp="1"/>
          </p:cNvSpPr>
          <p:nvPr>
            <p:ph idx="1"/>
          </p:nvPr>
        </p:nvSpPr>
        <p:spPr/>
        <p:txBody>
          <a:bodyPr/>
          <a:lstStyle/>
          <a:p>
            <a:pPr marL="0" indent="0">
              <a:buNone/>
            </a:pPr>
            <a:r>
              <a:rPr lang="en-US" dirty="0"/>
              <a:t>Objectives</a:t>
            </a:r>
          </a:p>
          <a:p>
            <a:r>
              <a:rPr lang="en-US" dirty="0"/>
              <a:t>Create a </a:t>
            </a:r>
            <a:r>
              <a:rPr lang="en-US" dirty="0" err="1"/>
              <a:t>Nextflow</a:t>
            </a:r>
            <a:r>
              <a:rPr lang="en-US" dirty="0"/>
              <a:t> </a:t>
            </a:r>
            <a:r>
              <a:rPr lang="en-US" b="1" i="1" dirty="0"/>
              <a:t>workflow</a:t>
            </a:r>
            <a:r>
              <a:rPr lang="en-US" dirty="0"/>
              <a:t> joining multiple processes.</a:t>
            </a:r>
          </a:p>
          <a:p>
            <a:r>
              <a:rPr lang="en-US" dirty="0"/>
              <a:t>Understand how to connect processes via their inputs and outputs within a </a:t>
            </a:r>
            <a:r>
              <a:rPr lang="en-US" b="1" i="1" dirty="0"/>
              <a:t>workflow</a:t>
            </a:r>
            <a:r>
              <a:rPr lang="en-US" dirty="0"/>
              <a:t>.</a:t>
            </a:r>
          </a:p>
          <a:p>
            <a:endParaRPr lang="en-US" dirty="0"/>
          </a:p>
        </p:txBody>
      </p:sp>
      <p:sp>
        <p:nvSpPr>
          <p:cNvPr id="4" name="Slide Number Placeholder 3">
            <a:extLst>
              <a:ext uri="{FF2B5EF4-FFF2-40B4-BE49-F238E27FC236}">
                <a16:creationId xmlns:a16="http://schemas.microsoft.com/office/drawing/2014/main" id="{DC4E76C3-AAA2-BEF3-F8CB-0E7A5C3A45D1}"/>
              </a:ext>
            </a:extLst>
          </p:cNvPr>
          <p:cNvSpPr>
            <a:spLocks noGrp="1"/>
          </p:cNvSpPr>
          <p:nvPr>
            <p:ph type="sldNum" sz="quarter" idx="12"/>
          </p:nvPr>
        </p:nvSpPr>
        <p:spPr/>
        <p:txBody>
          <a:bodyPr/>
          <a:lstStyle/>
          <a:p>
            <a:fld id="{8EDBA861-06E5-4444-A7F4-C8274B7105C9}" type="slidenum">
              <a:rPr lang="en-US" smtClean="0"/>
              <a:t>38</a:t>
            </a:fld>
            <a:endParaRPr lang="en-US"/>
          </a:p>
        </p:txBody>
      </p:sp>
    </p:spTree>
    <p:extLst>
      <p:ext uri="{BB962C8B-B14F-4D97-AF65-F5344CB8AC3E}">
        <p14:creationId xmlns:p14="http://schemas.microsoft.com/office/powerpoint/2010/main" val="52111561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5152C7-8CEA-CE71-1EB8-2845B92F9AB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FF22526-C0F2-6369-2BB6-52DA49CCE560}"/>
              </a:ext>
            </a:extLst>
          </p:cNvPr>
          <p:cNvSpPr>
            <a:spLocks noGrp="1"/>
          </p:cNvSpPr>
          <p:nvPr>
            <p:ph type="title"/>
          </p:nvPr>
        </p:nvSpPr>
        <p:spPr/>
        <p:txBody>
          <a:bodyPr/>
          <a:lstStyle/>
          <a:p>
            <a:r>
              <a:rPr lang="en-US" dirty="0"/>
              <a:t>Workflows</a:t>
            </a:r>
          </a:p>
        </p:txBody>
      </p:sp>
      <p:sp>
        <p:nvSpPr>
          <p:cNvPr id="3" name="Content Placeholder 2">
            <a:extLst>
              <a:ext uri="{FF2B5EF4-FFF2-40B4-BE49-F238E27FC236}">
                <a16:creationId xmlns:a16="http://schemas.microsoft.com/office/drawing/2014/main" id="{5A43E89B-8F04-EF15-5057-E47A51C313BA}"/>
              </a:ext>
            </a:extLst>
          </p:cNvPr>
          <p:cNvSpPr>
            <a:spLocks noGrp="1"/>
          </p:cNvSpPr>
          <p:nvPr>
            <p:ph idx="1"/>
          </p:nvPr>
        </p:nvSpPr>
        <p:spPr/>
        <p:txBody>
          <a:bodyPr/>
          <a:lstStyle/>
          <a:p>
            <a:pPr marL="0" indent="0">
              <a:buNone/>
            </a:pPr>
            <a:r>
              <a:rPr lang="en-US" dirty="0"/>
              <a:t>Objectives</a:t>
            </a:r>
          </a:p>
          <a:p>
            <a:r>
              <a:rPr lang="en-US" dirty="0"/>
              <a:t>Create a </a:t>
            </a:r>
            <a:r>
              <a:rPr lang="en-US" dirty="0" err="1"/>
              <a:t>Nextflow</a:t>
            </a:r>
            <a:r>
              <a:rPr lang="en-US" dirty="0"/>
              <a:t> </a:t>
            </a:r>
            <a:r>
              <a:rPr lang="en-US" b="1" i="1" dirty="0"/>
              <a:t>workflow</a:t>
            </a:r>
            <a:r>
              <a:rPr lang="en-US" dirty="0"/>
              <a:t> joining multiple processes.</a:t>
            </a:r>
          </a:p>
          <a:p>
            <a:r>
              <a:rPr lang="en-US" dirty="0"/>
              <a:t>Understand how to </a:t>
            </a:r>
            <a:r>
              <a:rPr lang="en-US" dirty="0" err="1"/>
              <a:t>to</a:t>
            </a:r>
            <a:r>
              <a:rPr lang="en-US" dirty="0"/>
              <a:t> connect processes via their inputs and outputs within a </a:t>
            </a:r>
            <a:r>
              <a:rPr lang="en-US" b="1" i="1" dirty="0"/>
              <a:t>workflow</a:t>
            </a:r>
            <a:r>
              <a:rPr lang="en-US" dirty="0"/>
              <a:t>.</a:t>
            </a:r>
          </a:p>
          <a:p>
            <a:endParaRPr lang="en-US" dirty="0"/>
          </a:p>
        </p:txBody>
      </p:sp>
      <p:sp>
        <p:nvSpPr>
          <p:cNvPr id="4" name="Slide Number Placeholder 3">
            <a:extLst>
              <a:ext uri="{FF2B5EF4-FFF2-40B4-BE49-F238E27FC236}">
                <a16:creationId xmlns:a16="http://schemas.microsoft.com/office/drawing/2014/main" id="{908833EE-EE0C-321E-5AAE-1C253FFE8E6C}"/>
              </a:ext>
            </a:extLst>
          </p:cNvPr>
          <p:cNvSpPr>
            <a:spLocks noGrp="1"/>
          </p:cNvSpPr>
          <p:nvPr>
            <p:ph type="sldNum" sz="quarter" idx="12"/>
          </p:nvPr>
        </p:nvSpPr>
        <p:spPr/>
        <p:txBody>
          <a:bodyPr/>
          <a:lstStyle/>
          <a:p>
            <a:fld id="{8EDBA861-06E5-4444-A7F4-C8274B7105C9}" type="slidenum">
              <a:rPr lang="en-US" smtClean="0"/>
              <a:t>39</a:t>
            </a:fld>
            <a:endParaRPr lang="en-US"/>
          </a:p>
        </p:txBody>
      </p:sp>
    </p:spTree>
    <p:extLst>
      <p:ext uri="{BB962C8B-B14F-4D97-AF65-F5344CB8AC3E}">
        <p14:creationId xmlns:p14="http://schemas.microsoft.com/office/powerpoint/2010/main" val="258490627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00EAC2-E0DD-958B-E6AB-47072D0ECD7F}"/>
              </a:ext>
            </a:extLst>
          </p:cNvPr>
          <p:cNvSpPr>
            <a:spLocks noGrp="1"/>
          </p:cNvSpPr>
          <p:nvPr>
            <p:ph type="title"/>
          </p:nvPr>
        </p:nvSpPr>
        <p:spPr/>
        <p:txBody>
          <a:bodyPr/>
          <a:lstStyle/>
          <a:p>
            <a:r>
              <a:rPr lang="en-US" dirty="0"/>
              <a:t>Workflows</a:t>
            </a:r>
          </a:p>
        </p:txBody>
      </p:sp>
      <p:sp>
        <p:nvSpPr>
          <p:cNvPr id="3" name="Content Placeholder 2">
            <a:extLst>
              <a:ext uri="{FF2B5EF4-FFF2-40B4-BE49-F238E27FC236}">
                <a16:creationId xmlns:a16="http://schemas.microsoft.com/office/drawing/2014/main" id="{49FD8D84-27C3-CC32-0658-8D445955535F}"/>
              </a:ext>
            </a:extLst>
          </p:cNvPr>
          <p:cNvSpPr>
            <a:spLocks noGrp="1"/>
          </p:cNvSpPr>
          <p:nvPr>
            <p:ph idx="1"/>
          </p:nvPr>
        </p:nvSpPr>
        <p:spPr/>
        <p:txBody>
          <a:bodyPr>
            <a:normAutofit lnSpcReduction="10000"/>
          </a:bodyPr>
          <a:lstStyle/>
          <a:p>
            <a:r>
              <a:rPr lang="en-US" dirty="0"/>
              <a:t>We can connect processes to create our pipeline inside a </a:t>
            </a:r>
            <a:r>
              <a:rPr lang="en-US" b="1" i="1" dirty="0"/>
              <a:t>workflow</a:t>
            </a:r>
            <a:r>
              <a:rPr lang="en-US" dirty="0"/>
              <a:t> scope.</a:t>
            </a:r>
          </a:p>
          <a:p>
            <a:endParaRPr lang="en-US" dirty="0"/>
          </a:p>
          <a:p>
            <a:r>
              <a:rPr lang="en-US" dirty="0"/>
              <a:t>In contrast to processes, the </a:t>
            </a:r>
            <a:r>
              <a:rPr lang="en-US" b="1" i="1" dirty="0"/>
              <a:t>workflow </a:t>
            </a:r>
            <a:r>
              <a:rPr lang="en-US" dirty="0"/>
              <a:t>definition in </a:t>
            </a:r>
            <a:r>
              <a:rPr lang="en-US" dirty="0" err="1"/>
              <a:t>Nextflow</a:t>
            </a:r>
            <a:r>
              <a:rPr lang="en-US" dirty="0"/>
              <a:t> does not require a name.</a:t>
            </a:r>
          </a:p>
          <a:p>
            <a:pPr lvl="1"/>
            <a:r>
              <a:rPr lang="en-US" dirty="0"/>
              <a:t>A named workflow is a </a:t>
            </a:r>
            <a:r>
              <a:rPr lang="en-US" b="1" i="1" dirty="0" err="1"/>
              <a:t>subworkflow</a:t>
            </a:r>
            <a:r>
              <a:rPr lang="en-US" dirty="0"/>
              <a:t> that can be invoked from other workflows. More information can be found in the official documentation </a:t>
            </a:r>
            <a:r>
              <a:rPr lang="en-US" dirty="0">
                <a:hlinkClick r:id="rId2"/>
              </a:rPr>
              <a:t>here</a:t>
            </a:r>
            <a:r>
              <a:rPr lang="en-US" dirty="0"/>
              <a:t>.</a:t>
            </a:r>
          </a:p>
          <a:p>
            <a:endParaRPr lang="en-US" dirty="0"/>
          </a:p>
          <a:p>
            <a:r>
              <a:rPr lang="en-US" dirty="0"/>
              <a:t>A </a:t>
            </a:r>
            <a:r>
              <a:rPr lang="en-US" b="1" i="1" dirty="0"/>
              <a:t>process</a:t>
            </a:r>
            <a:r>
              <a:rPr lang="en-US" dirty="0"/>
              <a:t> is invoked as a function in the </a:t>
            </a:r>
            <a:r>
              <a:rPr lang="en-US" b="1" i="1" dirty="0"/>
              <a:t>workflow</a:t>
            </a:r>
            <a:r>
              <a:rPr lang="en-US" dirty="0"/>
              <a:t> scope, passing the expected </a:t>
            </a:r>
            <a:r>
              <a:rPr lang="en-US" b="1" i="1" dirty="0"/>
              <a:t>input</a:t>
            </a:r>
            <a:r>
              <a:rPr lang="en-US" dirty="0"/>
              <a:t> channels as arguments.</a:t>
            </a:r>
          </a:p>
        </p:txBody>
      </p:sp>
      <p:sp>
        <p:nvSpPr>
          <p:cNvPr id="4" name="Slide Number Placeholder 3">
            <a:extLst>
              <a:ext uri="{FF2B5EF4-FFF2-40B4-BE49-F238E27FC236}">
                <a16:creationId xmlns:a16="http://schemas.microsoft.com/office/drawing/2014/main" id="{710BDC1D-F645-97B2-D896-EFC401C5280B}"/>
              </a:ext>
            </a:extLst>
          </p:cNvPr>
          <p:cNvSpPr>
            <a:spLocks noGrp="1"/>
          </p:cNvSpPr>
          <p:nvPr>
            <p:ph type="sldNum" sz="quarter" idx="12"/>
          </p:nvPr>
        </p:nvSpPr>
        <p:spPr/>
        <p:txBody>
          <a:bodyPr/>
          <a:lstStyle/>
          <a:p>
            <a:fld id="{8EDBA861-06E5-4444-A7F4-C8274B7105C9}" type="slidenum">
              <a:rPr lang="en-US" smtClean="0"/>
              <a:t>40</a:t>
            </a:fld>
            <a:endParaRPr lang="en-US"/>
          </a:p>
        </p:txBody>
      </p:sp>
    </p:spTree>
    <p:extLst>
      <p:ext uri="{BB962C8B-B14F-4D97-AF65-F5344CB8AC3E}">
        <p14:creationId xmlns:p14="http://schemas.microsoft.com/office/powerpoint/2010/main" val="324423143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5D32FD-725C-B40B-1D41-A2D4063D6BFF}"/>
              </a:ext>
            </a:extLst>
          </p:cNvPr>
          <p:cNvSpPr>
            <a:spLocks noGrp="1"/>
          </p:cNvSpPr>
          <p:nvPr>
            <p:ph type="title"/>
          </p:nvPr>
        </p:nvSpPr>
        <p:spPr/>
        <p:txBody>
          <a:bodyPr/>
          <a:lstStyle/>
          <a:p>
            <a:r>
              <a:rPr lang="en-US" dirty="0"/>
              <a:t>Workflows</a:t>
            </a:r>
          </a:p>
        </p:txBody>
      </p:sp>
      <p:pic>
        <p:nvPicPr>
          <p:cNvPr id="5" name="Content Placeholder 4">
            <a:extLst>
              <a:ext uri="{FF2B5EF4-FFF2-40B4-BE49-F238E27FC236}">
                <a16:creationId xmlns:a16="http://schemas.microsoft.com/office/drawing/2014/main" id="{739F1495-10B2-8986-3730-6E21938CF95A}"/>
              </a:ext>
            </a:extLst>
          </p:cNvPr>
          <p:cNvPicPr>
            <a:picLocks noGrp="1" noChangeAspect="1"/>
          </p:cNvPicPr>
          <p:nvPr>
            <p:ph idx="1"/>
          </p:nvPr>
        </p:nvPicPr>
        <p:blipFill>
          <a:blip r:embed="rId2"/>
          <a:stretch>
            <a:fillRect/>
          </a:stretch>
        </p:blipFill>
        <p:spPr>
          <a:xfrm>
            <a:off x="6808572" y="3584642"/>
            <a:ext cx="4895724" cy="1423105"/>
          </a:xfrm>
          <a:prstGeom prst="rect">
            <a:avLst/>
          </a:prstGeom>
        </p:spPr>
      </p:pic>
      <p:pic>
        <p:nvPicPr>
          <p:cNvPr id="7" name="Picture 6">
            <a:extLst>
              <a:ext uri="{FF2B5EF4-FFF2-40B4-BE49-F238E27FC236}">
                <a16:creationId xmlns:a16="http://schemas.microsoft.com/office/drawing/2014/main" id="{553C8983-307F-998F-224F-6BBC61D6622A}"/>
              </a:ext>
            </a:extLst>
          </p:cNvPr>
          <p:cNvPicPr>
            <a:picLocks noChangeAspect="1"/>
          </p:cNvPicPr>
          <p:nvPr/>
        </p:nvPicPr>
        <p:blipFill>
          <a:blip r:embed="rId3"/>
          <a:stretch>
            <a:fillRect/>
          </a:stretch>
        </p:blipFill>
        <p:spPr>
          <a:xfrm>
            <a:off x="1334895" y="4749866"/>
            <a:ext cx="4591691" cy="323895"/>
          </a:xfrm>
          <a:prstGeom prst="rect">
            <a:avLst/>
          </a:prstGeom>
        </p:spPr>
      </p:pic>
      <p:pic>
        <p:nvPicPr>
          <p:cNvPr id="9" name="Picture 8">
            <a:extLst>
              <a:ext uri="{FF2B5EF4-FFF2-40B4-BE49-F238E27FC236}">
                <a16:creationId xmlns:a16="http://schemas.microsoft.com/office/drawing/2014/main" id="{9489FB4F-6B01-4596-80B1-4C1CC5D352CB}"/>
              </a:ext>
            </a:extLst>
          </p:cNvPr>
          <p:cNvPicPr>
            <a:picLocks noChangeAspect="1"/>
          </p:cNvPicPr>
          <p:nvPr/>
        </p:nvPicPr>
        <p:blipFill>
          <a:blip r:embed="rId4"/>
          <a:stretch>
            <a:fillRect/>
          </a:stretch>
        </p:blipFill>
        <p:spPr>
          <a:xfrm>
            <a:off x="1334896" y="5073762"/>
            <a:ext cx="8748218" cy="1667720"/>
          </a:xfrm>
          <a:prstGeom prst="rect">
            <a:avLst/>
          </a:prstGeom>
        </p:spPr>
      </p:pic>
      <p:pic>
        <p:nvPicPr>
          <p:cNvPr id="11" name="Picture 10">
            <a:extLst>
              <a:ext uri="{FF2B5EF4-FFF2-40B4-BE49-F238E27FC236}">
                <a16:creationId xmlns:a16="http://schemas.microsoft.com/office/drawing/2014/main" id="{22F73CFD-46E4-7003-A0A8-1C52427FE49D}"/>
              </a:ext>
            </a:extLst>
          </p:cNvPr>
          <p:cNvPicPr>
            <a:picLocks noChangeAspect="1"/>
          </p:cNvPicPr>
          <p:nvPr/>
        </p:nvPicPr>
        <p:blipFill>
          <a:blip r:embed="rId5"/>
          <a:stretch>
            <a:fillRect/>
          </a:stretch>
        </p:blipFill>
        <p:spPr>
          <a:xfrm>
            <a:off x="1342361" y="1306697"/>
            <a:ext cx="4942248" cy="3079952"/>
          </a:xfrm>
          <a:prstGeom prst="rect">
            <a:avLst/>
          </a:prstGeom>
        </p:spPr>
      </p:pic>
      <p:pic>
        <p:nvPicPr>
          <p:cNvPr id="13" name="Picture 12">
            <a:extLst>
              <a:ext uri="{FF2B5EF4-FFF2-40B4-BE49-F238E27FC236}">
                <a16:creationId xmlns:a16="http://schemas.microsoft.com/office/drawing/2014/main" id="{28E8F8EB-08D4-D49E-7738-8FF3D106F39E}"/>
              </a:ext>
            </a:extLst>
          </p:cNvPr>
          <p:cNvPicPr>
            <a:picLocks noChangeAspect="1"/>
          </p:cNvPicPr>
          <p:nvPr/>
        </p:nvPicPr>
        <p:blipFill>
          <a:blip r:embed="rId6"/>
          <a:stretch>
            <a:fillRect/>
          </a:stretch>
        </p:blipFill>
        <p:spPr>
          <a:xfrm>
            <a:off x="6808571" y="74143"/>
            <a:ext cx="4895724" cy="3525513"/>
          </a:xfrm>
          <a:prstGeom prst="rect">
            <a:avLst/>
          </a:prstGeom>
        </p:spPr>
      </p:pic>
      <p:sp>
        <p:nvSpPr>
          <p:cNvPr id="14" name="Slide Number Placeholder 13">
            <a:extLst>
              <a:ext uri="{FF2B5EF4-FFF2-40B4-BE49-F238E27FC236}">
                <a16:creationId xmlns:a16="http://schemas.microsoft.com/office/drawing/2014/main" id="{11639AE2-F552-FC66-4A38-5BA4E8D16CA6}"/>
              </a:ext>
            </a:extLst>
          </p:cNvPr>
          <p:cNvSpPr>
            <a:spLocks noGrp="1"/>
          </p:cNvSpPr>
          <p:nvPr>
            <p:ph type="sldNum" sz="quarter" idx="12"/>
          </p:nvPr>
        </p:nvSpPr>
        <p:spPr/>
        <p:txBody>
          <a:bodyPr/>
          <a:lstStyle/>
          <a:p>
            <a:fld id="{8EDBA861-06E5-4444-A7F4-C8274B7105C9}" type="slidenum">
              <a:rPr lang="en-US" smtClean="0"/>
              <a:t>41</a:t>
            </a:fld>
            <a:endParaRPr lang="en-US"/>
          </a:p>
        </p:txBody>
      </p:sp>
    </p:spTree>
    <p:extLst>
      <p:ext uri="{BB962C8B-B14F-4D97-AF65-F5344CB8AC3E}">
        <p14:creationId xmlns:p14="http://schemas.microsoft.com/office/powerpoint/2010/main" val="237452758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E91CD1-5D88-1010-0E23-948B3F759334}"/>
              </a:ext>
            </a:extLst>
          </p:cNvPr>
          <p:cNvSpPr>
            <a:spLocks noGrp="1"/>
          </p:cNvSpPr>
          <p:nvPr>
            <p:ph type="title"/>
          </p:nvPr>
        </p:nvSpPr>
        <p:spPr/>
        <p:txBody>
          <a:bodyPr/>
          <a:lstStyle/>
          <a:p>
            <a:r>
              <a:rPr lang="en-US" dirty="0"/>
              <a:t>More Learning Resources</a:t>
            </a:r>
          </a:p>
        </p:txBody>
      </p:sp>
      <p:sp>
        <p:nvSpPr>
          <p:cNvPr id="3" name="Content Placeholder 2">
            <a:extLst>
              <a:ext uri="{FF2B5EF4-FFF2-40B4-BE49-F238E27FC236}">
                <a16:creationId xmlns:a16="http://schemas.microsoft.com/office/drawing/2014/main" id="{FE2F5DA8-784D-55FE-DE85-1D2047EC0949}"/>
              </a:ext>
            </a:extLst>
          </p:cNvPr>
          <p:cNvSpPr>
            <a:spLocks noGrp="1"/>
          </p:cNvSpPr>
          <p:nvPr>
            <p:ph idx="1"/>
          </p:nvPr>
        </p:nvSpPr>
        <p:spPr/>
        <p:txBody>
          <a:bodyPr/>
          <a:lstStyle/>
          <a:p>
            <a:r>
              <a:rPr lang="en-US" dirty="0">
                <a:hlinkClick r:id="rId2"/>
              </a:rPr>
              <a:t>https://training.nextflow.io/latest/</a:t>
            </a:r>
          </a:p>
          <a:p>
            <a:endParaRPr lang="en-US" dirty="0">
              <a:hlinkClick r:id="rId2"/>
            </a:endParaRPr>
          </a:p>
          <a:p>
            <a:r>
              <a:rPr lang="en-US" dirty="0">
                <a:hlinkClick r:id="rId2"/>
              </a:rPr>
              <a:t>https://nf-co.re/docs/</a:t>
            </a:r>
          </a:p>
          <a:p>
            <a:endParaRPr lang="en-US" dirty="0">
              <a:hlinkClick r:id="rId2"/>
            </a:endParaRPr>
          </a:p>
          <a:p>
            <a:r>
              <a:rPr lang="en-US" dirty="0">
                <a:hlinkClick r:id="rId2"/>
              </a:rPr>
              <a:t>https://carpentries-incubator.github.io/workflows-nextflow/</a:t>
            </a:r>
            <a:endParaRPr lang="en-US" dirty="0"/>
          </a:p>
          <a:p>
            <a:endParaRPr lang="en-US" dirty="0"/>
          </a:p>
          <a:p>
            <a:r>
              <a:rPr lang="en-US" dirty="0">
                <a:hlinkClick r:id="rId3"/>
              </a:rPr>
              <a:t>https://github.com/bacterial-genomics/nextflow-intro</a:t>
            </a:r>
            <a:endParaRPr lang="en-US" dirty="0"/>
          </a:p>
          <a:p>
            <a:endParaRPr lang="en-US" dirty="0"/>
          </a:p>
          <a:p>
            <a:endParaRPr lang="en-US" dirty="0"/>
          </a:p>
        </p:txBody>
      </p:sp>
      <p:sp>
        <p:nvSpPr>
          <p:cNvPr id="4" name="Slide Number Placeholder 3">
            <a:extLst>
              <a:ext uri="{FF2B5EF4-FFF2-40B4-BE49-F238E27FC236}">
                <a16:creationId xmlns:a16="http://schemas.microsoft.com/office/drawing/2014/main" id="{B4908F5E-5F20-0C04-16DE-E83E2471B45C}"/>
              </a:ext>
            </a:extLst>
          </p:cNvPr>
          <p:cNvSpPr>
            <a:spLocks noGrp="1"/>
          </p:cNvSpPr>
          <p:nvPr>
            <p:ph type="sldNum" sz="quarter" idx="12"/>
          </p:nvPr>
        </p:nvSpPr>
        <p:spPr/>
        <p:txBody>
          <a:bodyPr/>
          <a:lstStyle/>
          <a:p>
            <a:fld id="{8EDBA861-06E5-4444-A7F4-C8274B7105C9}" type="slidenum">
              <a:rPr lang="en-US" smtClean="0"/>
              <a:t>42</a:t>
            </a:fld>
            <a:endParaRPr lang="en-US"/>
          </a:p>
        </p:txBody>
      </p:sp>
    </p:spTree>
    <p:extLst>
      <p:ext uri="{BB962C8B-B14F-4D97-AF65-F5344CB8AC3E}">
        <p14:creationId xmlns:p14="http://schemas.microsoft.com/office/powerpoint/2010/main" val="157231737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6594</TotalTime>
  <Words>2054</Words>
  <Application>Microsoft Office PowerPoint</Application>
  <PresentationFormat>Widescreen</PresentationFormat>
  <Paragraphs>262</Paragraphs>
  <Slides>42</Slides>
  <Notes>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42</vt:i4>
      </vt:variant>
    </vt:vector>
  </HeadingPairs>
  <TitlesOfParts>
    <vt:vector size="47" baseType="lpstr">
      <vt:lpstr>Aptos</vt:lpstr>
      <vt:lpstr>Aptos Display</vt:lpstr>
      <vt:lpstr>Arial</vt:lpstr>
      <vt:lpstr>Courier New</vt:lpstr>
      <vt:lpstr>Office Theme</vt:lpstr>
      <vt:lpstr>Nextflow Intro</vt:lpstr>
      <vt:lpstr>Outline</vt:lpstr>
      <vt:lpstr>Getting Started with Nextflow</vt:lpstr>
      <vt:lpstr>Workflows</vt:lpstr>
      <vt:lpstr>Workflow management systems</vt:lpstr>
      <vt:lpstr>Workflow management systems</vt:lpstr>
      <vt:lpstr>Processes, channels, and workflows</vt:lpstr>
      <vt:lpstr>Processes, channels, and workflows</vt:lpstr>
      <vt:lpstr>Workflow execution</vt:lpstr>
      <vt:lpstr>Your first script</vt:lpstr>
      <vt:lpstr>Workflow parameterization</vt:lpstr>
      <vt:lpstr>Workflow parameterization</vt:lpstr>
      <vt:lpstr>Adding a parameter to a script</vt:lpstr>
      <vt:lpstr>Create &amp; use a parameter file (JSON)</vt:lpstr>
      <vt:lpstr>Channels</vt:lpstr>
      <vt:lpstr>Channels</vt:lpstr>
      <vt:lpstr>Channels</vt:lpstr>
      <vt:lpstr>Channel types</vt:lpstr>
      <vt:lpstr>Creating Channels using Channel factories</vt:lpstr>
      <vt:lpstr>Queue channel factory</vt:lpstr>
      <vt:lpstr>The of Channel factory</vt:lpstr>
      <vt:lpstr>The fromList Channel factory</vt:lpstr>
      <vt:lpstr>The fromPath Channel factory</vt:lpstr>
      <vt:lpstr>The fromFilePairs Channel factory</vt:lpstr>
      <vt:lpstr>Processes</vt:lpstr>
      <vt:lpstr>Processes</vt:lpstr>
      <vt:lpstr>Processes</vt:lpstr>
      <vt:lpstr>Processes</vt:lpstr>
      <vt:lpstr>Processes</vt:lpstr>
      <vt:lpstr>Processes: Inputs</vt:lpstr>
      <vt:lpstr>Processes: Inputs</vt:lpstr>
      <vt:lpstr>Processes: Outputs</vt:lpstr>
      <vt:lpstr>Processes: Directives</vt:lpstr>
      <vt:lpstr>Processes: Directives</vt:lpstr>
      <vt:lpstr>Processes: Output Organizing</vt:lpstr>
      <vt:lpstr>Processes: Output Organizing</vt:lpstr>
      <vt:lpstr>Processes: Output Organizing</vt:lpstr>
      <vt:lpstr>Workflows</vt:lpstr>
      <vt:lpstr>Workflows</vt:lpstr>
      <vt:lpstr>Workflows</vt:lpstr>
      <vt:lpstr>Workflows</vt:lpstr>
      <vt:lpstr>More Learning Resources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ylo1@cdc.gov</dc:creator>
  <cp:lastModifiedBy>Gulvik, Christopher (CDC/NCEZID/DHCPP/BSPB)</cp:lastModifiedBy>
  <cp:revision>1</cp:revision>
  <dcterms:created xsi:type="dcterms:W3CDTF">2025-12-15T13:24:39Z</dcterms:created>
  <dcterms:modified xsi:type="dcterms:W3CDTF">2025-12-29T19:08:23Z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7b94a7b8-f06c-4dfe-bdcc-9b548fd58c31_Enabled">
    <vt:lpwstr>true</vt:lpwstr>
  </property>
  <property fmtid="{D5CDD505-2E9C-101B-9397-08002B2CF9AE}" pid="3" name="MSIP_Label_7b94a7b8-f06c-4dfe-bdcc-9b548fd58c31_SetDate">
    <vt:lpwstr>2025-12-15T13:25:20Z</vt:lpwstr>
  </property>
  <property fmtid="{D5CDD505-2E9C-101B-9397-08002B2CF9AE}" pid="4" name="MSIP_Label_7b94a7b8-f06c-4dfe-bdcc-9b548fd58c31_Method">
    <vt:lpwstr>Privileged</vt:lpwstr>
  </property>
  <property fmtid="{D5CDD505-2E9C-101B-9397-08002B2CF9AE}" pid="5" name="MSIP_Label_7b94a7b8-f06c-4dfe-bdcc-9b548fd58c31_Name">
    <vt:lpwstr>7b94a7b8-f06c-4dfe-bdcc-9b548fd58c31</vt:lpwstr>
  </property>
  <property fmtid="{D5CDD505-2E9C-101B-9397-08002B2CF9AE}" pid="6" name="MSIP_Label_7b94a7b8-f06c-4dfe-bdcc-9b548fd58c31_SiteId">
    <vt:lpwstr>9ce70869-60db-44fd-abe8-d2767077fc8f</vt:lpwstr>
  </property>
  <property fmtid="{D5CDD505-2E9C-101B-9397-08002B2CF9AE}" pid="7" name="MSIP_Label_7b94a7b8-f06c-4dfe-bdcc-9b548fd58c31_ActionId">
    <vt:lpwstr>53335d71-5425-41a2-a32c-e7a6f74a8632</vt:lpwstr>
  </property>
  <property fmtid="{D5CDD505-2E9C-101B-9397-08002B2CF9AE}" pid="8" name="MSIP_Label_7b94a7b8-f06c-4dfe-bdcc-9b548fd58c31_ContentBits">
    <vt:lpwstr>0</vt:lpwstr>
  </property>
  <property fmtid="{D5CDD505-2E9C-101B-9397-08002B2CF9AE}" pid="9" name="MSIP_Label_7b94a7b8-f06c-4dfe-bdcc-9b548fd58c31_Tag">
    <vt:lpwstr>10, 0, 1, 1</vt:lpwstr>
  </property>
</Properties>
</file>